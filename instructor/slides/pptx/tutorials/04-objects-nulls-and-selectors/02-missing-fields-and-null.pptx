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Missing fields and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default replaces null. The safe selector ? stops you crashing if a parent is missing.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the guest left the email blank, print noreply. If they have no address at all, do not look for city inside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payload.email default "unknown"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payload.address.city default ""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payload.address.?city          // null-safe selector; returns null if address is null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default does not catch as Number failures. That is try.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