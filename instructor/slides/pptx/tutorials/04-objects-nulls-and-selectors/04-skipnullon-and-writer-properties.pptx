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skipNullOn and writer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Writer properties sit on the output line. skipNullOn="everywhere" hides null fields in JSON or XML.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a field is empty, do not print a blank line on the invoice.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 skipNullOn="everywhere", indent=false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a: 1, b: null }   // { "a": 1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indent=false makes compact JSON. CSV uses header=true and separator.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