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OBJECTS, NULLS, AND SELECTORS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pluck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  <p:pic>
        <p:nvPicPr>
          <p:cNvPr id="6" name="Picture 5" descr="dw-objec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OBJECTS, NULLS, AND SELECTORS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pluck walks an object and returns an array of whatever you build from each key and value.</a:t>
            </a:r>
          </a:p>
        </p:txBody>
      </p:sp>
      <p:pic>
        <p:nvPicPr>
          <p:cNvPr id="6" name="Picture 5" descr="dw-objec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OBJECTS, NULLS, AND SELECTORS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A form with fields Name, Age, City. pluck turns it into a list of rows for a spreadsheet.</a:t>
            </a:r>
          </a:p>
        </p:txBody>
      </p:sp>
      <p:pic>
        <p:nvPicPr>
          <p:cNvPr id="6" name="Picture 5" descr="dw-objec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OBJECTS, NULLS, AND SELECTORS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Read this slowly. Header first, then the body.</a:t>
            </a:r>
          </a:p>
        </p:txBody>
      </p:sp>
      <p:pic>
        <p:nvPicPr>
          <p:cNvPr id="6" name="Picture 5" descr="dw-objec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OBJECTS, NULLS, AND SELECTORS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 a: 1, b: 2 } pluck ((value, key, index) -&gt; { k: key, v: value })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// [{k: "a", v: 1}, {k: "b", v: 2}]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OBJECTS, NULLS, AND SELECTORS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map is for arrays. mapObject is for objects that stay objects. pluck is object → array.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After you try the lab for this section, replay the concept video. Spoken model answers are on the bootcamp mock video — not in a downloadable answer key.</a:t>
            </a:r>
          </a:p>
        </p:txBody>
      </p:sp>
      <p:pic>
        <p:nvPicPr>
          <p:cNvPr id="6" name="Picture 5" descr="dw-objec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