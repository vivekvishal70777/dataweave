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pluck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pluck walks an object and returns an array of whatever you build from each key and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form with fields Name, Age, City. pluck turns it into a list of rows for a spreadsheet.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a: 1, b: 2 } pluck ((value, key, index) -&gt; { k: key, v: value 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[{k: "a", v: 1}, {k: "b", v: 2}]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map is for arrays. mapObject is for objects that stay objects. pluck is object → array.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