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mapObject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mapObject walks an object and returns an object. Use it to rename keys or change every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form where you uppercase every label but keep the same boxes.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mapObject ((value, key)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(upper(key as String)): value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map = lists. mapObject = objects. Mixing them is a common interview fail.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