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Selectors (dot, brackets, star, dots)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Dot is a field. Brackets are index or odd names. Star is repeating children. Two dots means “search descendants.”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 filing cabinet. customer.name is a labelled drawer. [0] is the first folder. .*item is every “item” tab. ..id is “find every id sticker in the whole cabinet.”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name: payload.customer.name,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first: payload[0],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hyphen: payload["first-name"],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items: payload.*item,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anyId: payload..id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XML attributes use at-sign: order.@id.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