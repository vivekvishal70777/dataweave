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How this course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Each idea is a short video, then you pause, try a lab, then watch the solution.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gym class: the trainer shows one move (concept), you try it (lab), then they fix your form (solution). Watching without trying does not build muscle.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WELCOME AND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Concept video: 6–10 minutes.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Pause card: you hit pause on Udemy.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Lab: your own attempt, even if wrong.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Quiz: practice test, not a video.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