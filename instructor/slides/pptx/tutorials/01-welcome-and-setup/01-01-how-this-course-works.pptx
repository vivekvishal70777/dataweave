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WELCOME AND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How this course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  <p:pic>
        <p:nvPicPr>
          <p:cNvPr id="6" name="Picture 5" descr="dw-lo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WELCOME AND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Each idea is a short video, then you pause, try a lab, then watch the solution.</a:t>
            </a:r>
          </a:p>
        </p:txBody>
      </p:sp>
      <p:pic>
        <p:nvPicPr>
          <p:cNvPr id="6" name="Picture 5" descr="dw-lo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WELCOME AND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 gym class: the trainer shows one move (concept), you try it (lab), then they fix your form (solution). Watching without trying does not build muscle.</a:t>
            </a:r>
          </a:p>
        </p:txBody>
      </p:sp>
      <p:pic>
        <p:nvPicPr>
          <p:cNvPr id="6" name="Picture 5" descr="dw-lo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WELCOME AND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video: 6–10 minutes.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Pause card: you hit pause on Udemy.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Lab: your own attempt, even if wrong.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Quiz: practice test, not a video.</a:t>
            </a:r>
          </a:p>
        </p:txBody>
      </p:sp>
      <p:pic>
        <p:nvPicPr>
          <p:cNvPr id="6" name="Picture 5" descr="dw-lo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