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Folders you will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You live in student/. Solutions hide in instructor/ until after you 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Exam paper vs answer key. If the key sits on the desk, you copy. Keep it in another room.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student/labs — starters, numbered 01–88, five folders (fundamentals, intermediate, advanced, industry, mapping).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student/tutorials — these easy concept pages.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student/quizzes — no answers.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instructor/solutions — after your attempt, or on the solution video.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