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WELCOME AND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Folders you will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f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WELCOME AND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You live in student/. Solutions hide in instructor/ until after you try.</a:t>
            </a:r>
          </a:p>
        </p:txBody>
      </p:sp>
      <p:pic>
        <p:nvPicPr>
          <p:cNvPr id="6" name="Picture 5" descr="dw-f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WELCOME AND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Exam paper vs answer key. If the key sits on the desk, you copy. Keep it in another room.</a:t>
            </a:r>
          </a:p>
        </p:txBody>
      </p:sp>
      <p:pic>
        <p:nvPicPr>
          <p:cNvPr id="6" name="Picture 5" descr="dw-f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WELCOME AND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student/labs — starters, numbered 01–88, five folders (fundamentals, intermediate, advanced, industry, mapping).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student/tutorials — these easy concept pages.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student/quizzes — no answers.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instructor/solutions — after your attempt, or on the solution video.</a:t>
            </a:r>
          </a:p>
        </p:txBody>
      </p:sp>
      <p:pic>
        <p:nvPicPr>
          <p:cNvPr id="6" name="Picture 5" descr="dw-f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