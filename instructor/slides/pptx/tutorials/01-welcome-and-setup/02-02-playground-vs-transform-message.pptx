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WELCOME AND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Playground vs Transform Message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play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WELCOME AND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The DataWeave Playground in the browser is enough for almost every lab. Transform Message is the same language inside Mule.</a:t>
            </a:r>
          </a:p>
        </p:txBody>
      </p:sp>
      <p:pic>
        <p:nvPicPr>
          <p:cNvPr id="6" name="Picture 5" descr="dw-play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WELCOME AND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Playground is a kitchen at home. Transform Message is the same recipes at the restaurant (your Mule flow). Learn the recipes at home first.</a:t>
            </a:r>
          </a:p>
        </p:txBody>
      </p:sp>
      <p:pic>
        <p:nvPicPr>
          <p:cNvPr id="6" name="Picture 5" descr="dw-play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WELCOME AND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Paste input.json / input.xml / input.csv and set the MIME type to match.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Mule 4.3+ is needed for update, leftJoin, divideBy, drop / take.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Starter transform.dwl often just returns payload — that is supposed to be wrong.</a:t>
            </a:r>
          </a:p>
        </p:txBody>
      </p:sp>
      <p:pic>
        <p:nvPicPr>
          <p:cNvPr id="6" name="Picture 5" descr="dw-play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