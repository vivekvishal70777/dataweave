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Playground vs Transform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 DataWeave Playground in the browser is enough for almost every lab. Transform Message is the same language inside Mule.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Playground is a kitchen at home. Transform Message is the same recipes at the restaurant (your Mule flow). Learn the recipes at home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Paste input.json / input.xml / input.csv and set the MIME type to match.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Mule 4.3+ is needed for update, leftJoin, divideBy, drop / take.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Starter transform.dwl often just returns payload — that is supposed to be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