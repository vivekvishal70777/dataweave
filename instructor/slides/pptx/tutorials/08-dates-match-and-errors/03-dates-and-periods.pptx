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Dates and periods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Parse with as Date {format:...}. Format with as String {format:...}. Add |P7D| for seven days.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 calendar stamp. The same instant can print as 20-Aug-2026. A period is “how long,” not a clock time.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today: now(),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formatted: now() as String {format: "dd-MMM-yyyy"},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parsed: "2026-08-20" as Date {format: "yyyy-MM-dd"},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nextWeek: (now() as Date) + |P7D|,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ageDays: |P1Y2M| 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Pipe literals: |2026-08-20|. Prefer injecting time over now() in modules.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