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match picks a branch by value, type, or a condition. Always have else.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 sorting hat: 2xx → ok, 4xx → client, else → other.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payload.status match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"NEW" -&gt; "created"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"PAID" -&gt; "completed"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s if s startsWith "ERR" -&gt; "failed"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n is Number -&gt; "numeric-status"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else -&gt; "unknown"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not Java switch with break. It is an expression.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