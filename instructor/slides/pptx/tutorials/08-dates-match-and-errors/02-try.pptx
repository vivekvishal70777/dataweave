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runs a risky expression and lets you orElse a fallback if it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Tasting soup. If it burns (bad as Number), serve water (0 or null) instead of throwing the pot.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try, orElse, orElseTry from dw::Runtime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n: try(() -&gt; payload.age as Number) orElse 0,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safe: try(() -&gt; 1 / payload.divisor)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is not Mule On Error. HTTP timeouts still need On Error.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