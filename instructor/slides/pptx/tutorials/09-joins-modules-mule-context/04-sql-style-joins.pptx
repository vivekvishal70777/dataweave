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JOINS, MODULES, AND MULE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SQL-style joins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  <p:pic>
        <p:nvPicPr>
          <p:cNvPr id="6" name="Picture 5" descr="dw-joi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JOINS, MODULES, AND MULE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leftJoin (and friends) live in dw::core::Arrays. Result items look like { l: left, r: right }.</a:t>
            </a:r>
          </a:p>
        </p:txBody>
      </p:sp>
      <p:pic>
        <p:nvPicPr>
          <p:cNvPr id="6" name="Picture 5" descr="dw-joi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JOINS, MODULES, AND MULE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Orders on the left, customers on the right. Missing customer means r is null.</a:t>
            </a:r>
          </a:p>
        </p:txBody>
      </p:sp>
      <p:pic>
        <p:nvPicPr>
          <p:cNvPr id="6" name="Picture 5" descr="dw-joi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JOINS, MODULES, AND MULE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Read this slowly. Header first, then the body.</a:t>
            </a:r>
          </a:p>
        </p:txBody>
      </p:sp>
      <p:pic>
        <p:nvPicPr>
          <p:cNvPr id="6" name="Picture 5" descr="dw-joi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JOINS, MODULES, AND MULE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import * from dw::core::Arrays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leftJoin(payload.orders, payload.customers,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(o) -&gt; o.customerId,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(c) -&gt; c.id)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JOINS, MODULES, AND MULE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Import leftJoin. Then map to a flat { orderId, customerName }.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After you try the lab for this section, replay the concept video. Spoken model answers are on the bootcamp mock video — not in a downloadable answer key.</a:t>
            </a:r>
          </a:p>
        </p:txBody>
      </p:sp>
      <p:pic>
        <p:nvPicPr>
          <p:cNvPr id="6" name="Picture 5" descr="dw-joi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