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SQL-style 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leftJoin (and friends) live in dw::core::Arrays. Result items look like { l: left, r: right }.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Orders on the left, customers on the right. Missing customer means r is null.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leftJoin(payload.orders, payload.customers,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(o) -&gt; o.customerId,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(c) -&gt; c.id)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Import leftJoin. Then map to a flat { orderId, customerName }.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