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Calling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You can import java!... and call static methods. Prefer pure DataWeave for mapping.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Asking a neighbour (Java) to lend a special tool. Do not ask them to butter every slice in a map of 10,000 rows.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java!java::util::UUID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id: UUID::randomUUID() as String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Java can hurt streaming and tests. Use it for libraries DW cannot replace.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