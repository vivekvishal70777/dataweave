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vars, attributes,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payload is the body. vars are flow variables. attributes are metadata (HTTP headers, query). p() is config.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Parcel = payload. Sticky notes on the box = attributes. Your notebook = vars. Office policy sheet = properties.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vars.customerId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attributes.headers["content-type"]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attributes.queryParams.page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p("http.host")               // from configuration properties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Mule::p("api.version")       // same idea in some contexts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HTTP query values are often strings. Coerce page as Number.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