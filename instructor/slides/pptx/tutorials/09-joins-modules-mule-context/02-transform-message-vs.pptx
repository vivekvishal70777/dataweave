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Transform Message vs #[...]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Transform Message is a full script with preview. #[...] is a tiny DataWeave expression inside another processor.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Transform Message is a full kitchen. #[payload.orderId] is grabbing one spice while the soup is already cooking.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Transform Message: whole script.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Set Payload expression: #[payload.orderId]  (one expression, not a full mapping)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Both are DataWeave 2 in Mule 4. Big mappings belong in Transform Message.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