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Modules and import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import brings functions from dw::core::Strings, Arrays, Objects, Dates, Crypto, Runtime, or your own .dwl file.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Borrowing a toolbox instead of forging every hammer.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* from dw::core::Strings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someFun from modules::MyModule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dw::core::Arrays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Arrays.drop(payload, 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Custom modules live under src/main/resources/modules. import x from modules::Pricing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