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JOINS, MODULES, AND MULE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startsWith, contains, matches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  <p:pic>
        <p:nvPicPr>
          <p:cNvPr id="6" name="Picture 5" descr="dw-joi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JOINS, MODULES, AND MULE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startsWith and contains are simple text tests. matches is a full-string regular expression.</a:t>
            </a:r>
          </a:p>
        </p:txBody>
      </p:sp>
      <p:pic>
        <p:nvPicPr>
          <p:cNvPr id="6" name="Picture 5" descr="dw-joi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JOINS, MODULES, AND MULE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"MuleSoft" startsWith "Mule" is true. matches /[a-z]+/ is “the whole string is letters,” not “letters somewhere.”</a:t>
            </a:r>
          </a:p>
        </p:txBody>
      </p:sp>
      <p:pic>
        <p:nvPicPr>
          <p:cNvPr id="6" name="Picture 5" descr="dw-joi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JOINS, MODULES, AND MULE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  <p:pic>
        <p:nvPicPr>
          <p:cNvPr id="6" name="Picture 5" descr="dw-joi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JOINS, MODULES, AND MULE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"MuleSoft" startsWith "Mule"     // true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["a", "b"] contains "a"          // true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"abc123" matches /[a-z]+[0-9]+/  // true (full match vs regex)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JOINS, MODULES, AND MULE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For a piece inside a string, use find or contains, not matches.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  <p:pic>
        <p:nvPicPr>
          <p:cNvPr id="6" name="Picture 5" descr="dw-joi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