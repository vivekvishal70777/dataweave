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lookup vs doing it in DataWeave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lookup calls another Mule flow and waits. Inside map it becomes N+1 slow calls.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Phoning the warehouse once per line on a 5,000-line order. Fetch the catalog first, then join in DataWeave.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lookup("get-customer-flow", { id: payload.customerId })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JOINS, MODULES, AND MULE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Index with groupBy, or enrich before Transform Message.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jo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