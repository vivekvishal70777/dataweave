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Values have types: String, Number, Boolean, Array, Object, Date, Null, Binary, and more.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price should be a Number, not the text "99.99", until you coerce it. Mixing them is how scripts explode.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add(a: Number, b: Number): Number = a +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Type names start with a capital. Any means “I did not specify.”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