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The three parts of a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Every script has a header, a line of dashes, then a body that becomes the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Like a letter: address at the top (version and output type), a line, then the 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greeting: "Hello " ++ payload.name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Say it out loud: percent dw two point oh, output, dash dash dash, then the expression.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