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DataWeave 1.0 vs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Interviews want DataWeave 2.0 (Mule 4). Version 1.0 is the old Mule 3 style.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Like switching from an old phone OS to a new one. Same idea, different buttons. Header is %dw 2.0, output is output application/json, not %output.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// Mule 4 header: version 2.0, then output, then 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they say MEL, that is Mule 3. Mule 4 is DataWeave everywhere.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