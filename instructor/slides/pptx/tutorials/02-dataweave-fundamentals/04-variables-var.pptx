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Variables (var)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var stores a value you can reuse. You cannot change it later. It is immutable.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Like writing a GST rate of 0.18 on a sticky note. You read it many times. You do not scribble a new number on the same note.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taxRate = 0.18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total: payload.amount * (1 + taxRate)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Put var in the header, or inside a do block for a local value.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