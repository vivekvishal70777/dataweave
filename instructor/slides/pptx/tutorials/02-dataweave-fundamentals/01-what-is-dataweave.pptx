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What is DataWeave?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DataWeave is MuleSoft’s language for changing data from one shape to another.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Think of a translator. A Salesforce Contact comes in as JSON. Your API wants a smaller JSON. DataWeave does that translation.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payload.Name,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email: payload.Email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2.0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In Mule 4 you write DataWeave in Transform Message, and also as #[...] in other steps. It is not Java.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cr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