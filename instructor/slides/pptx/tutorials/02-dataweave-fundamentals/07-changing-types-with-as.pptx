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DATAWEAVE 2.0 FUNDAMENTALS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Changing types with 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Plain-language walkthrough. Then jump to the matching concept or lab video.</a:t>
            </a:r>
          </a:p>
        </p:txBody>
      </p:sp>
      <p:pic>
        <p:nvPicPr>
          <p:cNvPr id="6" name="Picture 5" descr="dw-scri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DATAWEAVE 2.0 FUNDAMENTALS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 one sentence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as tries to convert a value, like "10" as Number → 10.</a:t>
            </a:r>
          </a:p>
        </p:txBody>
      </p:sp>
      <p:pic>
        <p:nvPicPr>
          <p:cNvPr id="6" name="Picture 5" descr="dw-scri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DATAWEAVE 2.0 FUNDAMENTALS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Like this in real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Like pouring juice into a measuring cup. If the cup is for millilitres and you pour sand, it fails.</a:t>
            </a:r>
          </a:p>
        </p:txBody>
      </p:sp>
      <p:pic>
        <p:nvPicPr>
          <p:cNvPr id="6" name="Picture 5" descr="dw-scri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DATAWEAVE 2.0 FUNDAMENTALS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Read this slowly. Header first, then the body.</a:t>
            </a:r>
          </a:p>
        </p:txBody>
      </p:sp>
      <p:pic>
        <p:nvPicPr>
          <p:cNvPr id="6" name="Picture 5" descr="dw-scri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DATAWEAVE 2.0 FUNDAMENTALS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payload.age as Number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payload.createdAt as Date {format: "yyyy-MM-dd"}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payload as String {encoding: "UTF-8"}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DATAWEAVE 2.0 FUNDAMENTALS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Remember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Failed as is an error. Use try, not default, when conversion can fail. Dates need a format.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After you try the lab for this section, replay the concept video. Spoken model answers are on the bootcamp mock video — not in a downloadable answer key.</a:t>
            </a:r>
          </a:p>
        </p:txBody>
      </p:sp>
      <p:pic>
        <p:nvPicPr>
          <p:cNvPr id="6" name="Picture 5" descr="dw-scri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