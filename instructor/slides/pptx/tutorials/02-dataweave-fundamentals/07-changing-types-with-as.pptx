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Changing types with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as tries to convert a value, like "10" as Number → 10.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Like pouring juice into a measuring cup. If the cup is for millilitres and you pour sand, it fails.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payload.age as Number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payload.createdAt as Date {format: "yyyy-MM-dd"}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as String {encoding: "UTF-8"}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Failed as is an error. Use try, not default, when conversion can fail. Dates need a format.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