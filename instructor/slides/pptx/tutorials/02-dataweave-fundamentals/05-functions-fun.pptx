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2.0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Functions (fun)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2.0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fun is a named recipe: give inputs, get an output. No side effects if you keep it pure.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2.0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Like a kitchen function fullName(first, last) that always returns the same plate for the same ingredients.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2.0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Read this slowly. Header first, then the body.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2.0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fun fullName(first: String, last: String) = first ++ " " ++ last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fullName(payload.firstName, payload.lastName)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2.0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You can overload by types. Prefer type annotations in modules.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After you try the lab for this section, replay the concept video. Spoken model answers are on the bootcamp mock video — not in a downloadable answer key.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