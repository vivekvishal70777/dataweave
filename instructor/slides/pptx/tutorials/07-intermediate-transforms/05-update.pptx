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update changes a nested field without rewriting the whole tree. Needs Mule 4.3+.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Changing only the city on an address label, not reprinting the whole shipping box.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update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.customer.address.city -&gt; upper($)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.items[0].qty -&gt; $ + 1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case .customer.address.city -&gt; upper($)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