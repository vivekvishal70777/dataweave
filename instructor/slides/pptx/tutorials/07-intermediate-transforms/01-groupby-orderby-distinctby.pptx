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groupBy, orderBy, distinctBy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buckets items by a key (returns an object of arrays). orderBy sorts. distinctBy unique by a key (keeps first).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customerId is sorting mail into pigeonholes. distinctBy email throws duplicate letters, keeping the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byCity: payload groupBy ((c) -&gt; c.city),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sorted: payload orderBy ((c) -&gt; c.name),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unique: payload distinctBy ((c) -&gt; c.email)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is not an array. You pluck or namesOf to walk groups.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