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do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do makes a tiny local header (var/fun) so the main header stays clean.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Scratch paper inside one map step: compute tax, then output the line. Throw the scratch paper away.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payload.orders map (order) -&gt; do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var tax = order.amount * 0.18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id: order.id, total: order.amount + tax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GROUP, REDUCE, MERGE,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Use do when a map body would be messy.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