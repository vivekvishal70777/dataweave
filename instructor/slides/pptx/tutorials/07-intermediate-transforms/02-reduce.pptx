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reduce folds a list into one value: a sum, or a growing object.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running total on a till. Each item updates the drawer. The drawer is the accumulator.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[1, 2, 3] reduce ((item, acc = 0) -&gt; acc + item)   // 6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reduce ((item, acc = {}) -&gt; acc ++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(item.id): item.name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Give the accumulator a starting value (acc = 0 or acc = {}) or the first item becomes the seed.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