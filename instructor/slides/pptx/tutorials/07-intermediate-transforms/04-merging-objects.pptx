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Merging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++ copies keys. If both sides have the same key, the right side wins. That merge is shallow.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Overlaying a new config file on an old one. retries: 5 replaces retries: 2. Nested objects are replaced whole, not mixed, unless you use mergeWith.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import mergeWith from dw::core::Objects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concat: { a: 1, b: 2 } ++ { b: 9, c: 3 },     // {a:1, b:9, c:3} — right wins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merged: { a: {x: 1} } mergeWith { a: {y: 2} } // deep merge depending on values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mergeWith is the deep-merge follow-up.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