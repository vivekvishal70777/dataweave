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filterObject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filterObject keeps object keys where a test is true. Use it to drop password and ssn.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Redacting a form before you photocopy it for the log file.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* from dw::core::Objects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filterObject ((value, key) -&gt; !(["password", "ssn"] contains (key as String)))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Compare lower(k as String). Keys are not always plain strings.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