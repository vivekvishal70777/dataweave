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Reusable .dwl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Put pure functions in a .dwl file. Import them. Unit-test them. Do not hide now() or lookup inside if you want tests.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 shared GST calculator used by many flows, like a company spreadsheet tab everyone copies from.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withTax(amount: Number, rate: Number = 0.18) = amount * (1 + rate)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import withTax from modules::Pricing. Inject time as a parameter.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