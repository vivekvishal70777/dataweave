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Binary, Base64, multipart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Treat files as Binary. toBase64 / fromBase64 in dw::core::Binaries. Multipart parts live on payload.parts.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 photo is bytes, not a JSON string. Do not turn a 50 MB file into a String.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dw::core::Binaries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b64: toBase64(payload as Binary),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bytes: fromBase64(vars.fileBase64),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asText: (payload as Binary) as String {encoding: "UTF-8"}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output application/octet-stream when the result must stay binary.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