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STREAMING, CRYPTO, MODULES, AND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Streaming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STREAMING, CRYPTO, MODULES, AND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Streaming means DataWeave reads a huge file in pieces. It breaks if you need the whole file at once.</a:t>
            </a:r>
          </a:p>
        </p:txBody>
      </p:sp>
      <p:pic>
        <p:nvPicPr>
          <p:cNvPr id="6" name="Picture 5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STREAMING, CRYPTO, MODULES, AND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Watching a movie as it downloads vs downloading the whole movie to sort scenes. orderBy, groupBy, sizeOf(payload) need the whole movie.</a:t>
            </a:r>
          </a:p>
        </p:txBody>
      </p:sp>
      <p:pic>
        <p:nvPicPr>
          <p:cNvPr id="6" name="Picture 5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STREAMING, CRYPTO, MODULES, AND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STREAMING, CRYPTO, MODULES, AND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// Streaming-friendly: map / filter on the array.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// Streaming-hostile: orderBy, groupBy, sizeOf on the whole file, reduce to one object.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filter $.status == "PAID"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STREAMING, CRYPTO, MODULES, AND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One-pass map and filter can stream. Mention this in every senior interview.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