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Performance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Name: groupBy on huge data, O(n²) nested filter, lookup in map, payload as String, XML .. on big docs, breaking streaming.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Index the customer list once (groupBy id), then map orders. Do not search the whole list for every order.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Pitfalls: lookup/Java inside map, orderBy on a huge file,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++ in a hot loop, nested map+filter that rescans the same array.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(r) -&gt; r - "internalNotes"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Coerce money once. No I/O inside map.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strea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