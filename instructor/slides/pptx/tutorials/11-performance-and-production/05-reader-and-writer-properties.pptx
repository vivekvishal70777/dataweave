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Reader and writer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Readers parse input (CSV header, XML encoding). Writers shape output (indent, skipNullOn).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Incoming stamp vs outgoing stamp. CSV separator is often on the MIME type of the message, not only in the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 writeDeclaration=true, encoding="UTF-8"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root: 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JSON streaming, XML writeDeclaration, CSV header=true.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