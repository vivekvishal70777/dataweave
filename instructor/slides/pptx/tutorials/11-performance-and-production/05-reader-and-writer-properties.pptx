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STREAMING, CRYPTO, MODULES, AND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Reader and writer properties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stream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STREAMING, CRYPTO, MODULES, AND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Readers parse input (CSV header, XML encoding). Writers shape output (indent, skipNullOn).</a:t>
            </a:r>
          </a:p>
        </p:txBody>
      </p:sp>
      <p:pic>
        <p:nvPicPr>
          <p:cNvPr id="6" name="Picture 5" descr="dw-stream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STREAMING, CRYPTO, MODULES, AND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Incoming stamp vs outgoing stamp. CSV separator is often on the MIME type of the message, not only in the script.</a:t>
            </a:r>
          </a:p>
        </p:txBody>
      </p:sp>
      <p:pic>
        <p:nvPicPr>
          <p:cNvPr id="6" name="Picture 5" descr="dw-stream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STREAMING, CRYPTO, MODULES, AND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stream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STREAMING, CRYPTO, MODULES, AND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application/xml writeDeclaration=true, encoding="UTF-8"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root: payload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STREAMING, CRYPTO, MODULES, AND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JSON streaming, XML writeDeclaration, CSV header=true.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stream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