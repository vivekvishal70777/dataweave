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Hash vs HMAC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Hash is a checksum (integrity). HMAC is a hash with a secret (authenticity).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Hash: “did this file change?” HMAC: “did someone with our kitchen key sign this webhook?”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dw::Crypto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sha: Crypto::hashWith(payload as Binary, "SHA-256"),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hmac: Crypto::HMACBinary(payload as Binary, "secret" as Binary, "HmacSHA256")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dw::Crypto. Watch Binary vs String and Base64 wrapping.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