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Hash vs HM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ash is a checksum (integrity). HMAC is a hash with a secret (authenticity)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ash: “did this file change?” HMAC: “did someone with our kitchen key sign this webhook?”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w::Crypt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ha: Crypto::hashWith(payload as Binary, "SHA-256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hmac: Crypto::HMACBinary(payload as Binary, "secret" as Binary, "HmacSHA256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w::Crypto. Watch Binary vs String and Base64 wrapp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