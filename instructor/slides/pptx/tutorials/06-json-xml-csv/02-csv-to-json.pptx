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CSV to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With header=true, each CSV row becomes an object. Keys come from the header line. Coerce numbers.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Excel export → list of records. Amount is text until as Number.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$.Name,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amount: $.Amount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MIME application/csv on the incoming message.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