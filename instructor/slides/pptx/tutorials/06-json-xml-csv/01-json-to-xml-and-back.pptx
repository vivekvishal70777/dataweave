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JSON to XML and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Change the output MIME type and shape a tree. XML must have exactly one root.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JSON is Lego bricks in a bag. XML is the same bricks snapped under one lid. No lid, or two lids, and XML is invalid.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orders: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order: 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amount: $.amount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JSON → XML = output application/xml plus a root key. XML → JSON = output application/json and pick elements.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