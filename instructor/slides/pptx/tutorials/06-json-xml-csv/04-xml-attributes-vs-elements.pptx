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JSON, XML, AND CSV MAPPINGS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XML attributes vs elements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  <p:pic>
        <p:nvPicPr>
          <p:cNvPr id="6" name="Picture 5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JSON, XML, AND CSV MAPPINGS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@id is an attribute on the tag. A child tag is an element. *item is repeating children.</a:t>
            </a:r>
          </a:p>
        </p:txBody>
      </p:sp>
      <p:pic>
        <p:nvPicPr>
          <p:cNvPr id="6" name="Picture 5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JSON, XML, AND CSV MAPPINGS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&lt;order id="O-1"&gt; — id is written on the sticker. &lt;amount&gt;50&lt;/amount&gt; is a box inside.</a:t>
            </a:r>
          </a:p>
        </p:txBody>
      </p:sp>
      <p:pic>
        <p:nvPicPr>
          <p:cNvPr id="6" name="Picture 5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JSON, XML, AND CSV MAPPINGS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  <p:pic>
        <p:nvPicPr>
          <p:cNvPr id="6" name="Picture 5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JSON, XML, AND CSV MAPPINGS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id: payload.order.@id,           // attribute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name: payload.order.customer,    // element text / child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items: payload.order.*item       // repeating child elements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JSON, XML, AND CSV MAPPINGS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To write attributes: order @(id: payload.id): { ... }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  <p:pic>
        <p:nvPicPr>
          <p:cNvPr id="6" name="Picture 5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