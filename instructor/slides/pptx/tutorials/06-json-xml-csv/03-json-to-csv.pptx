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JSON to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output application/csv header=true. Object keys become column names.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Your API list becomes a finance spreadsheet.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application/csv header=true, separator=","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OrderId: $.id,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Total: $.amount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Every row object should use the same keys.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