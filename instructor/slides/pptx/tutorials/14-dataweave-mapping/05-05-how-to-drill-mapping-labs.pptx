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How to drill the 30 mapping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input and expected. Pause. Write the header out loud. Map. Then play the solution.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Interview whiteboard: eight to twelve minutes per mapping. Silence while typing looks like panic — narrate.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Clusters: 59–63 CRM/commerce, 64–70 ops/CDC/FX, 71–80 identity/tax/catalog, 81–88 recon/events.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Solutions stay in instructor/solutions/05-mapping/.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