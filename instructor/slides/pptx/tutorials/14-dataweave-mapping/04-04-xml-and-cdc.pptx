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XML namespaces and CDC envelopes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XML: declare ns, walk ns#Element, attributes @id. CDC: after for upsert, before for delete.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SOAP is a sealed envelope. CDC is a form that says create, update, or strike-through.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Prefix is yours; URI must match. Do not log PII.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Labs 65, 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