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What a canonical mapping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You copy the vendor’s ugly payload into your shop’s JSON names — orderId, lines, money — not SAP vbeln.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 warehouse relabels every box in the store language. The truck label can stay in German; the shelf cannot.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Header: %dw 2.0, output application/json, ---.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Drop fields you do not own.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Lookups already on the payload — never lookup inside map.</a:t>
            </a:r>
          </a:p>
        </p:txBody>
      </p:sp>
      <p:pic>
        <p:nvPicPr>
          <p:cNvPr id="6" name="Picture 5" descr="dw-mapp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