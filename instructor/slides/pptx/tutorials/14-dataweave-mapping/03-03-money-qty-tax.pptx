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Money, zero qty, 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ERP amounts are strings. as Number, skip qty 0, fun money (0.00 format), then tax.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 cashier does not add "100.00" as text. They tap the number keys, skip empty carts, then GST.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Intra-state GST: CGST+SGST. Inter-state: IGST.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default does not catch bad as Number — use try.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