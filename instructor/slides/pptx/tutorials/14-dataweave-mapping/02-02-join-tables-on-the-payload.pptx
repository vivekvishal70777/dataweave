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Join tables that arrived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groupBy the small table by id, then map the big table. That is a hash join.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Index the customer list once. For each order, pick the card from the index. Do not phone HQ per order.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byId = payload.customers groupBy $.id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 map (o) -&gt; o ++ { email: (byId[o.customerId][0].email) default "unknown"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Missing match → default. Outer merge is Lab 84 / Lab 49.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59, 63, 64.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