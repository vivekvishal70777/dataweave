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map and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filter keeps some items. map changes each item. You often filter first, then map.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 conveyor belt of orders. Filter = throw away unpaid. Map = stick a shipping label on each remaining box.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payload.orders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filter ((order) -&gt; order.status == "PAID")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map ((order)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id: order.id,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total: order.amount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Name the item (order) -&gt; in interviews. $ is shorter but harder to read.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