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ARRAYS: MAP, FILTER, AND INDEXES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flatten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  <p:pic>
        <p:nvPicPr>
          <p:cNvPr id="6" name="Picture 5" descr="dw-map-fil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ARRAYS: MAP, FILTER, AND INDEXES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flatten removes one level of nesting in arrays. [[1,2],[3]] becomes [1,2,3].</a:t>
            </a:r>
          </a:p>
        </p:txBody>
      </p:sp>
      <p:pic>
        <p:nvPicPr>
          <p:cNvPr id="6" name="Picture 5" descr="dw-map-fil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ARRAYS: MAP, FILTER, AND INDEXES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Opening inner boxes once. Boxes inside those inner boxes stay closed. That deeper job is recursion.</a:t>
            </a:r>
          </a:p>
        </p:txBody>
      </p:sp>
      <p:pic>
        <p:nvPicPr>
          <p:cNvPr id="6" name="Picture 5" descr="dw-map-fil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ARRAYS: MAP, FILTER, AND INDEXES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  <p:pic>
        <p:nvPicPr>
          <p:cNvPr id="6" name="Picture 5" descr="dw-map-fil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ARRAYS: MAP, FILTER, AND INDEXES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flatten([[1, 2], [3], [4, 5]])     // [1, 2, 3, 4, 5]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ARRAYS: MAP, FILTER, AND INDEXES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One flatten is not a deep flatten.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  <p:pic>
        <p:nvPicPr>
          <p:cNvPr id="6" name="Picture 5" descr="dw-map-fil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