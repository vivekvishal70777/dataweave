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flatten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flatten removes one level of nesting in arrays. [[1,2],[3]] becomes [1,2,3].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Opening inner boxes once. Boxes inside those inner boxes stay closed. That deeper job is recursion.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flatten([[1, 2], [3], [4, 5]])     // [1, 2, 3, 4, 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One flatten is not a deep flatten.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