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Dollar signs in lambdas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$ is the item. $$ is usually the index or key. $$$ is rare (third argument).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In a queue, $ is the person, $$ is their number in line (starting at 0).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["a", "b"] map upper($)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 a: 1 } mapObject ((v, k) -&gt; { (k): v })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ARRAYS: MAP, FILTER, AND INDEXES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Named arguments (item, index) -&gt; are clearer in interviews.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map-fil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