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sizeOf and isEmpty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sizeOf counts. isEmpty asks “is there nothing?” Prefer isEmpty when you only care about empty vs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Do not count every grain of rice to see if the bowl is empty. Just look.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sizeOf(payload.items)     // array length, object key count, or string length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isEmpty(payload.items)    // true for [], {}, "", or null in many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ARRAYS: MAP, FILTER, AND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sizeOf works on arrays, objects (keys), and strings.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