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INTERVIEW 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Q60 in easy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INTERVIEW 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Tell a story in eight beats: read XML, clean types, money, join customer you already have, shape names, write JSON, catch bad rows, keep it one-pass.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INTERVIEW 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Unload a SOAP truck, put stickers in *your* shop language, do not phone the warehouse for every box.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INTERVIEW 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1. Reader: ns, Envelope/Body, *Line, @sku. 2. Normalize: as Number, date formats. 3. Enrich: fun money, do for line total. 4.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Join: vars.customer already fetched — not lookup per line. 5. Shape: orderId, currency, lines. 6. Writer: skipNullOn="everywhere". 7.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Errors: try on bad price. 8. Scale: map once, no orderBy unless the API demands it.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Labs 41 and 54 are the typing version.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