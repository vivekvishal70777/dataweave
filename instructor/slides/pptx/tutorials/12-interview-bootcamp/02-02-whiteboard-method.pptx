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INTERVIEW BOOTCAMP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Whiteboard 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INTERVIEW BOOTCAMP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Say the header out loud, write a tiny example, then the body. Eight minutes per problem.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INTERVIEW BOOTCAMP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A cooking show: ingredients (header), then the dish (body). Silent typing looks like panic.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INTERVIEW BOOTCAMP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Problems: Lab 23 flatMap, Lab 20 totals, Lab 32 groupBy join, Lab 39 PII, Lab 41 SOAP, Lab 53 org, Lab 54 invoice.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Header every time: %dw 2.0, output application/json, ---.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