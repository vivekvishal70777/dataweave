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How to drill the question bank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Cover the prompt, say it out loud in 60–90 seconds, then play the model answer on the video. Do not binge-read an answer key.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Flashcards. If you only reread the book, you feel fluent and fail the whiteboard.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INTERVIEW BOOTCAMP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Eighty Set B prompts (no answers) live in student/resources/bootcamp-prompts.md. Same skills as the course, new wording.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Easy tutorials (earlier sections) are for learning. Set B is for speaking under time.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Timebox: easy 45s, moderate 90s, hard 3 minutes plus a tiny script.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Model answers are on the mock-interview video after you pause — not in the student zip.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