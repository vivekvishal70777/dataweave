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plus-plus vs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++ joins strings, arrays, or objects. + adds numbers. Do not mix them up.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"Hello" ++ " " ++ "World" is gluing paper. 1 + 2 is maths. Glue on numbers, or maths on words, and Mule shouts.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hello: "Hi " ++ payload.firstName,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ids: [1, 2] ++ [3],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sum: 10 + 5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Object ++ is a shallow merge. The right-hand key wins.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