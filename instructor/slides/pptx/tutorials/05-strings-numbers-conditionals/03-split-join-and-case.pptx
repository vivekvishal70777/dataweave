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Split, join, and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splitBy cuts a string into an array. joinBy glues an array into a string. upper / lower / capitalize change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CSV line "Asha,IT,Pune" splitBy comma is three boxes. joinBy comma packs them again.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import * from dw::core::Strings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parts: payload.csvLine splitBy ",",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csv: ["a", "b"] joinBy ",",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upper: upper(payload.name),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lower: lower(payload.name),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cap: capitalize(payload.name)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Import dw::core::Strings for trim, replace, substringAfter.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