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if /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if/else is an expression. It must produce a value. There is no Java question-mark colon.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Like a vending machine: if code is 503, spit out "retry". Every path must spit something.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if (payload.age &gt;= 18) "adult"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if (payload.age &gt;= 13) "teen"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"child"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You need else. A lonely if is illegal.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