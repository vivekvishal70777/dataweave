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write and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write turns a value into text or bytes. read parses text or bytes back into data. They do not change the script’s output MIME by themselves.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write is photocopying a form to PDF in your hand. output application/json is the stamp on the envelope you actually mail.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asText: write(payload.order, "application/json", { indent: false }),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nested: read(payload.jsonBlob, "application/json")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STRINGS, NUMBERS, AND CONDITIONALS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write(payload) on a huge file can break streaming.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string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