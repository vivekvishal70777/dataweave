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Recursion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 function that calls itself to walk trees: arrays, objects, then leaves.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Opening every nested gift box until you find the toy. Same motion at every layer.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flattenTree(x) =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x match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case a is Array -&gt; a flatMap flattenTree($)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case o is Object -&gt; flattenTree(valuesOf(o))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else -&gt; [x]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flattenTree(payload)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match { case a is Array -&gt; ... case o is Object -&gt; ... else -&gt; ... }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