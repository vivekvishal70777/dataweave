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XML namespaces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ns prefix URI then prefix#Element. The prefix is yours. The URI must match the XML.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Two families both named “Order.” The URI is the family address so you do not mix them.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ns ns0 http://example.com/order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ns0#Orders: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ns0#Order @(id: payload.id):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ns0#Amount: payload.amount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SOAP: Envelope, Body, then your element. Repeating lines use *prefix#Line.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