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XML namespaces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Plain-language walkthrough. Then jump to the matching concept or lab video.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 one sentence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ns prefix URI then prefix#Element. The prefix is yours. The URI must match the XML.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Like this in real life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Two families both named “Order.” The URI is the family address so you do not mix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Read this slowly. Header first, then the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Tiny example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ns ns0 http://example.com/order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ns0#Orders: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ns0#Order @(id: payload.id):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ns0#Amount: payload.amount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ADVANCED: RECURSION, NAMESPACES, DIFFS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Remember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SOAP: Envelope, Body, then your element. Repeating lines use *prefix#Line.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After you try the lab for this section, replay the concept video. Spoken model answers are on the bootcamp mock video — not in a downloadable answer key.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