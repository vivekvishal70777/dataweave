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 PowerPoint Slide Show (F5). Share this window. Switch to Playground on code slides.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Type this. Read the header: percent dw two point oh, output, dash dash dash.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ADVANCED: RECURSION, NAMESPACES, DIFFS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92024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400" b="1">
                <a:solidFill>
                  <a:srgbClr val="FFFFFF"/>
                </a:solidFill>
                <a:latin typeface="Calibri"/>
              </a:rPr>
              <a:t>then and also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657600"/>
            <a:ext cx="107899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0">
                <a:solidFill>
                  <a:srgbClr val="B7CBDE"/>
                </a:solidFill>
                <a:latin typeface="Calibri"/>
              </a:rPr>
              <a:t>Plain-language walkthrough. Then jump to the matching concept or lab video.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ADVANCED: RECURSION, NAMESPACES, DIFFS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FFFFFF"/>
                </a:solidFill>
                <a:latin typeface="Calibri"/>
              </a:rPr>
              <a:t>In one sentence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286000"/>
            <a:ext cx="106070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 b="0">
                <a:solidFill>
                  <a:srgbClr val="FFFFFF"/>
                </a:solidFill>
                <a:latin typeface="Calibri"/>
              </a:rPr>
              <a:t>•  then passes the left value into the next expression as $. also is rare. Prefer a clear do block if chaining gets clever.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ADVANCED: RECURSION, NAMESPACES, DIFFS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FFFFFF"/>
                </a:solidFill>
                <a:latin typeface="Calibri"/>
              </a:rPr>
              <a:t>Like this in real life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286000"/>
            <a:ext cx="106070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 b="0">
                <a:solidFill>
                  <a:srgbClr val="FFFFFF"/>
                </a:solidFill>
                <a:latin typeface="Calibri"/>
              </a:rPr>
              <a:t>•  then is “take this tray and make a box { count, items }.”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ADVANCED: RECURSION, NAMESPACES, DIFFS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FFFFFF"/>
                </a:solidFill>
                <a:latin typeface="Calibri"/>
              </a:rPr>
              <a:t>Tiny example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286000"/>
            <a:ext cx="106070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 b="0">
                <a:solidFill>
                  <a:srgbClr val="FFFFFF"/>
                </a:solidFill>
                <a:latin typeface="Calibri"/>
              </a:rPr>
              <a:t>•  Read this slowly. Header first, then the body.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ADVANCED: RECURSION, NAMESPACES, DIFFS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FFFFFF"/>
                </a:solidFill>
                <a:latin typeface="Calibri"/>
              </a:rPr>
              <a:t>Tiny example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874519"/>
            <a:ext cx="10881360" cy="4297680"/>
          </a:xfrm>
          <a:prstGeom prst="roundRect">
            <a:avLst/>
          </a:prstGeom>
          <a:solidFill>
            <a:srgbClr val="0612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tIns="164592"/>
          <a:lstStyle/>
          <a:p>
            <a:pPr algn="ctr"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payload.orders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  filter ($.active)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  then (orders) -&gt; { count: sizeOf(orders), orders: orders }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ADVANCED: RECURSION, NAMESPACES, DIFFS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FFFFFF"/>
                </a:solidFill>
                <a:latin typeface="Calibri"/>
              </a:rPr>
              <a:t>Remember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286000"/>
            <a:ext cx="106070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 b="0">
                <a:solidFill>
                  <a:srgbClr val="FFFFFF"/>
                </a:solidFill>
                <a:latin typeface="Calibri"/>
              </a:rPr>
              <a:t>•  Readable beats clever in interviews.</a:t>
            </a:r>
          </a:p>
          <a:p>
            <a:pPr>
              <a:spcAft>
                <a:spcPts val="1400"/>
              </a:spcAft>
            </a:pPr>
            <a:r>
              <a:rPr sz="2400" b="0">
                <a:solidFill>
                  <a:srgbClr val="FFFFFF"/>
                </a:solidFill>
                <a:latin typeface="Calibri"/>
              </a:rPr>
              <a:t>•  After you try the lab for this section, replay the concept video. Spoken model answers are on the bootcamp mock video — not in a downloadable answer key.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