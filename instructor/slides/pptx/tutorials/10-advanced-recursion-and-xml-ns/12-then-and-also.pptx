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then and also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then passes the left value into the next expression as $. also is rare. Prefer a clear do block if chaining gets clever.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then is “take this tray and make a box { count, items }.”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($.active)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then (orders) -&gt; { count: sizeOf(orders), orders: orders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Readable beats clever in interviews.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