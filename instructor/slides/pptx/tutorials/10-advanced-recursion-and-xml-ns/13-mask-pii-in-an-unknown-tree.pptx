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Mask PII in an unknown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Walk objects and arrays. If the key is email/ssn/password, output stars. Else keep walking.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 marker over secrets on every page of a mixed folder, not only the cover sheet.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secretKeys = ["ssn", "password", "email"]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fun mask(x) =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x match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o is Object -&gt; o mapObject ((v, k) -&gt;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(k): if (secretKeys contains lower(k as String)) "****" else mask(v)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})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a is Array -&gt; a map mask($)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else -&gt; x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mask(payload)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Mask before log. Known paths can use update instead.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