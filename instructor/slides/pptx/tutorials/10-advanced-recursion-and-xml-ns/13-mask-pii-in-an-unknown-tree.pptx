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Mask PII in an unknown 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  <p:pic>
        <p:nvPicPr>
          <p:cNvPr id="6" name="Picture 5" descr="dw-recur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Walk objects and arrays. If the key is email/ssn/password, output stars. Else keep walking.</a:t>
            </a:r>
          </a:p>
        </p:txBody>
      </p:sp>
      <p:pic>
        <p:nvPicPr>
          <p:cNvPr id="6" name="Picture 5" descr="dw-recur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 marker over secrets on every page of a mixed folder, not only the cover sheet.</a:t>
            </a:r>
          </a:p>
        </p:txBody>
      </p:sp>
      <p:pic>
        <p:nvPicPr>
          <p:cNvPr id="6" name="Picture 5" descr="dw-recur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  <p:pic>
        <p:nvPicPr>
          <p:cNvPr id="6" name="Picture 5" descr="dw-recur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var secretKeys = ["ssn", "password", "email"]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fun mask(x) =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x match {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  case o is Object -&gt; o mapObject ((v, k) -&gt; {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    (k): if (secretKeys contains lower(k as String)) "****" else mask(v)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  })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  case a is Array -&gt; a map mask($)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  else -&gt; x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mask(payload)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Mask before log. Known paths can use update instead.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  <p:pic>
        <p:nvPicPr>
          <p:cNvPr id="6" name="Picture 5" descr="dw-recur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