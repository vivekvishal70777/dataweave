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keysOf, namesOf, valuesOf, entriesOf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keysOf is XML-aware keys. namesOf is string names (usual JSON). valuesOf is values. entriesOf is {key, value}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coat check: names of coats, the coats themselves, or tickets paired with coats.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obj = { a: 1, b: 2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keys: keysOf(obj),       // ["a", "b"] as Keys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names: namesOf(obj),     // ["a", "b"] as Strings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values: valuesOf(obj),   // [1, 2]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entries: entriesOf(obj)  // [{key: "a", value: 1}, ...]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For JSON dynamic keys, namesOf is what you usually want.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