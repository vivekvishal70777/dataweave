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Diff two payloads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Compare old and new. List fields that changed, with from and to.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Change-data-capture: status NEW → PAID. Amount unchanged? Skip it.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old = vars.oldPayload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newp = payload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namesOf(newp) filter ((k) -&gt; old[k] != newp[k]) map (k)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field: k,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from: old[k],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to: newp[k]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Nested diffs need recursion. Flat CDC is namesOf plus !=.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