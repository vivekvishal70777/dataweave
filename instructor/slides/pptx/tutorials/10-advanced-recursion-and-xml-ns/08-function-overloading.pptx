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PowerPoint Slide Show (F5). Share this window. Switch to Playground on code slides.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Type this. Read the header: percent dw two point oh, output, dash dash dash.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828800"/>
            <a:ext cx="6675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libri"/>
              </a:rPr>
              <a:t>Function overloading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6675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0">
                <a:solidFill>
                  <a:srgbClr val="B7CBDE"/>
                </a:solidFill>
                <a:latin typeface="Calibri"/>
              </a:rPr>
              <a:t>Plain-language walkthrough. Then jump to the matching concept or lab video.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60520" cy="41605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In one sentence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Same fun name, different argument types. The most specific match wins.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Like this in real life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describe("hi") vs describe(3) print different labels, like two stamps in one drawer.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Read this slowly. Header first, then the body.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109728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Tiny example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74519"/>
            <a:ext cx="10881360" cy="4297680"/>
          </a:xfrm>
          <a:prstGeom prst="roundRect">
            <a:avLst/>
          </a:prstGeom>
          <a:solidFill>
            <a:srgbClr val="061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6032" tIns="164592"/>
          <a:lstStyle/>
          <a:p>
            <a:pPr algn="ctr"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String) = "string: " ++ x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Number) = "number: " ++ (x as String)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Array) = "array size " ++ sizeOf(x)</a:t>
            </a:r>
          </a:p>
          <a:p>
            <a:pPr>
              <a:spcAft>
                <a:spcPts val="200"/>
              </a:spcAft>
            </a:pPr>
            <a:r>
              <a:rPr sz="1600" b="0">
                <a:solidFill>
                  <a:srgbClr val="D7E8F5"/>
                </a:solidFill>
                <a:latin typeface="Consolas"/>
              </a:rPr>
              <a:t>fun describe(x: Any) = "other"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7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56032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3EC6FF"/>
                </a:solidFill>
                <a:latin typeface="Calibri"/>
              </a:rPr>
              <a:t>ADVANCED: RECURSION, NAMESPACES, DIFFS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58368"/>
            <a:ext cx="78638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Calibri"/>
              </a:rPr>
              <a:t>Remember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2331720"/>
            <a:ext cx="7498079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Pair with match { case x is Date -&gt; } for trees.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FFFFFF"/>
                </a:solidFill>
                <a:latin typeface="Calibri"/>
              </a:rPr>
              <a:t>•  After you try the lab for this section, replay the concept video. Spoken model answers are on the bootcamp mock video — not in a downloadable answer key.</a:t>
            </a:r>
          </a:p>
        </p:txBody>
      </p:sp>
      <p:pic>
        <p:nvPicPr>
          <p:cNvPr id="6" name="Picture 5" descr="dw-recursio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0" y="2057400"/>
            <a:ext cx="2880360" cy="28803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