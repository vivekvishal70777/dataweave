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Function overloading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Same fun name, different argument types. The most specific match wins.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describe("hi") vs describe(3) print different labels, like two stamps in one drawer.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describe(x: String) = "string: " ++ x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describe(x: Number) = "number: " ++ (x as String)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describe(x: Array) = "array size " ++ sizeOf(x)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describe(x: Any) = "other"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Pair with match { case x is Date -&gt; } for trees.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