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flatMap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flatMap is map, then flatten one level. Perfect for one order → many line rows.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Each pizza order opens into several slices on a single serving tray, not a tray of trays.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payload.orders flatMap ((order) -&gt;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order.items map (item) -&gt;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orderId: order.id,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sku: item.sku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flatten(payload map ...) is the same idea.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