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Pagination (drop / take)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drop skips items. take keeps the next n. That is page size.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Page 2 of size 2 on five boxes: skip two, take two.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page = vars.page default 1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size = vars.pageSize default 20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drop ((page - 1) * size) take size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import dw::core::Arrays. Huge drop/take may still load the array.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