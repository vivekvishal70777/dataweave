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Mixed date formats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try the first format, orElseTry the next, orElse null.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Customers type 2026-08-20 or 20/08/2026. You accept both. Garbage becomes null, not a crash.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try, orElseTry, orElse from dw::Runtime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parseDate(s: String) =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try(() -&gt; s as Date {format: "yyyy-MM-dd"})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orElseTry (() -&gt; s as Date {format: "dd/MM/yyyy"})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orElseTry (() -&gt; s as Date {format: "dd-MMM-yyyy"})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orElse null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 { id: $.id, date: parseDate($.date)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default will not save a failed as Date.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