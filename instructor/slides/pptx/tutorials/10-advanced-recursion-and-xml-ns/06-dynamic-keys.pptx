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Dynamic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Wrap the key expression in parentheses: { (item.id): item.name }.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 label on the box is printed from the barcode, not handwritten as the word “item.id”.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payload.fields reduce ((f, acc = {}) -&gt; acc ++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(f.name): f.value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Without ( ), the key is the literal text. This is a top interview trap.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