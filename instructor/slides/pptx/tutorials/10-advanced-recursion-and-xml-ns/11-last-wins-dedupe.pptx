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Last-wins dedupe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distinctBy keeps the first. For last-wins, reduce into an object keyed by id, then valuesOf.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Two profile updates with the same email. You want the latest row, not the first.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reduce ((item, acc = {}) -&gt; acc ++ { (item.id): item 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then valuesOf($)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the CDC upsert story.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