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Ranges and slice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[0 to 2] is the first three items (inclusive). 1 to 5 is numbers 1,2,3,4,5. slice is a clear window.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Taking pages 1–3 of a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slice from dw::core::Arrays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firstThree: payload[0 to 2],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nums: 1 to 5,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mid: slice(payload, 1, 4)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Prefer slice / take / drop in production code.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