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Ranges and slice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[0 to 2] is the first three items (inclusive). 1 to 5 is numbers 1,2,3,4,5. slice is a clear window.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Taking pages 1–3 of a report.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Read this slowly. Header first, then the body.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import slice from dw::core::Arrays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firstThree: payload[0 to 2],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nums: 1 to 5,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mid: slice(payload, 1, 4)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Prefer slice / take / drop in production code.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After you try the lab for this section, replay the concept video. Spoken model answers are on the bootcamp mock video — not in a downloadable answer key.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