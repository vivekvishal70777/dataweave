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Number helpers and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sum, avg, min, max, mod, ceil, floor. Money: format 0.00 then as Number.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ERP sends "10.50" as text. Coerce, then round like a cashier, not like a calculator with dust.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abs: abs(-3),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ceil: ceil(1.1),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floor: floor(1.9),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mod: 10 mod 3,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pow: pow(2, 8)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sum of empty can surprise you. default 0 or skip.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