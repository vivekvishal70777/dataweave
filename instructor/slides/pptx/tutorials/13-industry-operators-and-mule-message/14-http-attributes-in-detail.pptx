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HTTP attributes in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uriParams are path variables. queryParams are ?page=. headers are request/response headers. method is GET/POST.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/orders/O-1?page=2 — O-1 is uriParams, 2 is queryParams (often a string).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method: attributes.method,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id: attributes.uriParams.id,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page: attributes.queryParams.page,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corr: attributes.headers['x-correlation-id']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Know Listener vs HTTP Request. Coerce query numbers.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