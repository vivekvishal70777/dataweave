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Values::mask vs recursive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Known paths → update or mask. Unknown depth → recursive match on types (Lab 39).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secrets always sit in customer.ssn, use a precise marker. If secrets hide anywhere, search the whole house.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Known path: mask / update.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Unknown depth: recursive match (Lab 39).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update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.ssn -&gt; "****"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Mask before logging.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