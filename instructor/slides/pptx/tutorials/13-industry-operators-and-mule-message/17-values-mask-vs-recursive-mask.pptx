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Values::mask vs recursive mask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Known paths → update or mask. Unknown depth → recursive match on types (Lab 39).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If secrets always sit in customer.ssn, use a precise marker. If secrets hide anywhere, search the whole house.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// Known path: mask / update.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// Unknown depth: recursive match (Lab 39).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 update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case .ssn -&gt; "****"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Mask before logging.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