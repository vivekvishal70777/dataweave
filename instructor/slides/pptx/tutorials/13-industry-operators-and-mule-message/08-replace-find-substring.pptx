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replace, find, substring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replace can use regex. find extracts matches. substringBefore("-") takes the SKU family.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Black out invoice numbers in a comment. Pull INV-123 out of a sentence.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dw::core::Strings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redacted: replace(payload.notes, /INV-\d+/, "REDACTED"),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ids: payload.notes find /INV-\d+/,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family: substringBefore(payload.sku, "-"),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trimmed: trim(payload.name)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matches = whole string. find = pieces inside.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