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log and application/dw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log prints and returns the value. application/dw is a debug view. Never log PII.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 sticky “DEBUG: order O-1” on the belt. Not a photocopy of passports.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seen: log("DEBUG", payload.id),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body: payload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log is not try and not On Error.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