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maxBy, firstWith, and friends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maxBy returns the whole item with the biggest field, not just the number. firstWith returns the first match.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richest order is the whole order record. firstPaid is the first PAID in line, even if a later one is bigger.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import * from dw::core::Arrays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richest: payload maxBy $.amount,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cheapest: payload minBy $.amount,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firstPaid: payload firstWith ((o) -&gt; o.status == "PAID"),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anyOver: payload some ((o) -&gt; (o.amount as Number) &gt; 1000),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allPositive: payload every ((o) -&gt; (o.amount as Number) &gt; 0),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idx: indexOf(payload, ((o) -&gt; o.id == "O1")),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countPaid: payload countBy ((o) -&gt; o.status == "PAID")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import dw::core::Arrays. Guard empty lists.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