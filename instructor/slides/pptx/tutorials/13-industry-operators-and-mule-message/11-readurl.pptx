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readUrl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readUrl loads a small file from classpath or URL. read parses something already in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tiny countries.json packed in the app. Not a 2 GB file inside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readUrl("classpath://modules/iso-countries.json", "application/json")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Large files: File connector, then one Transform.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