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try vs On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is inside the script (bad coerce). On Error is the flow (HTTP 500, timeout).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Burnt toast = try, serve jam. House fire = fire alarm (On Error), not more jam.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(row)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sku: row.sku,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qty: try(() -&gt; row.qty as Number) orElse 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error.errorType and error.errorMessage.payload live in On Error scopes.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