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YAML, Excel, flat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DataWeave follows MIME. YAML may work. Excel often needs the Excel module. EDI uses flat-file schemas, not splitBy.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open an .xlsx by splitting commas. That is the wrong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YAML: set reader MIME application/yaml, then map like JSON.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Excel / EDI: connector or flat-file schema first, then this script.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payload.rows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sku: $.sku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Playground may lack some MIME types. Say that in interviews.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