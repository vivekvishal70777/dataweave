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zip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zip pairs two arrays: headers with values. Then you can build an object.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 blank form (headers) and a handwritten row (values). zip staples them cell by cell.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zip from dw::core::Arrays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zip(payload.headers, payload.values)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map { name: $[0], value: $[1]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Length follows the shorter array.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