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Several outputs in Transform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One component can set payload and variables. Each target is its own script.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Stamp the parcel (payload) and write the tracking number in your notebook (vars) in the same desk visit.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// Target 1 — Payload: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// Target 2 — Variable correlationId (separate script):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// attributes.headers['x-correlation-id'] default uuid()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Playground cannot set Mule vars. Lab 58 simulates both in one JSON.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