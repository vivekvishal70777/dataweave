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is and typeOf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is checks a type. typeOf names it. DataWeave has no Java ===.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“Is this a box of apples or a single apple?” Arrays and objects need different walks.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is Object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payload.amount is Number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typeOf(payload)     // "Object" | "Array" | "String" | 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payload is Object. match { case x is Array -&gt; }.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