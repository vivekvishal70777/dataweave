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and, or,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and or not, not Java &amp;&amp; || !. Parenthesize mixed conditions. if needs else.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“(paid) and (amount &gt; 0)” — say it in English, then add parentheses so the machine agrees.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(lower(o.status) == "paid") and ((o.amount as Number) &gt; 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not binds tightest.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