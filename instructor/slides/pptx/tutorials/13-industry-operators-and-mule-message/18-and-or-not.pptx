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INDUSTRY OPERATORS, MESSAGE, AND MIME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6675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and, or, not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94760"/>
            <a:ext cx="6675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B7CBDE"/>
                </a:solidFill>
                <a:latin typeface="Calibri"/>
              </a:rPr>
              <a:t>Plain-language walkthrough. Then jump to the matching concept or lab video.</a:t>
            </a:r>
          </a:p>
        </p:txBody>
      </p:sp>
      <p:pic>
        <p:nvPicPr>
          <p:cNvPr id="6" name="Picture 5" descr="dw-dat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1325880"/>
            <a:ext cx="416052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INDUSTRY OPERATORS, MESSAGE, AND MIME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In one sentence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Use and or not, not Java &amp;&amp; || !. Parenthesize mixed conditions. if needs else.</a:t>
            </a:r>
          </a:p>
        </p:txBody>
      </p:sp>
      <p:pic>
        <p:nvPicPr>
          <p:cNvPr id="6" name="Picture 5" descr="dw-dat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INDUSTRY OPERATORS, MESSAGE, AND MIME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Like this in real life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“(paid) and (amount &gt; 0)” — say it in English, then add parentheses so the machine agrees.</a:t>
            </a:r>
          </a:p>
        </p:txBody>
      </p:sp>
      <p:pic>
        <p:nvPicPr>
          <p:cNvPr id="6" name="Picture 5" descr="dw-dat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INDUSTRY OPERATORS, MESSAGE, AND MIME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Tiny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Read this slowly. Header first, then the body.</a:t>
            </a:r>
          </a:p>
        </p:txBody>
      </p:sp>
      <p:pic>
        <p:nvPicPr>
          <p:cNvPr id="6" name="Picture 5" descr="dw-dat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INDUSTRY OPERATORS, MESSAGE, AND MIME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Tiny example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(lower(o.status) == "paid") and ((o.amount as Number) &gt; 0)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INDUSTRY OPERATORS, MESSAGE, AND MIME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Remember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not binds tightest.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After you try the lab for this section, replay the concept video. Spoken model answers are on the bootcamp mock video — not in a downloadable answer key.</a:t>
            </a:r>
          </a:p>
        </p:txBody>
      </p:sp>
      <p:pic>
        <p:nvPicPr>
          <p:cNvPr id="6" name="Picture 5" descr="dw-dat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