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Default XML namespace and CDATA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Default xmlns still needs ns and prefix#Element. The URI must match. CDATA is usually just text.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nameless family still has an address (URI). You give them a nickname (prefix) in DataWeave.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 ord http://acme.com/order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ord#PurchaseOrder @(id: payload.id):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ord#Note: payload.note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Mixed content is messy. Push back on the contract if you can.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