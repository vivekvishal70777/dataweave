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DataWeave vs For Each vs Batch vs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DataWeave maps CPU-only. For Each calls connectors per item. Batch is huge files and retries. Java is special libraries.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DW = folding letters. For Each = posting each letter. Batch = the industrial mail warehouse. Java = a custom stamp machine.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// DataWeave = CPU mapping (this script).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// For Each = connector per item.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// Batch = huge file + retries.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map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id: $.Id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No lookup/HTTP inside map.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