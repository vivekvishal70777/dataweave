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Dates module helpers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daysBetween, atBeginningOfDay, plus |P1M|. Periods are durations.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Invoice due in 30 days. SLA clock in hours (|PT2H|).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* from dw::core::Dates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days: daysBetween(payload.start as Date, payload.end as Date),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startOfDay: atBeginningOfDay(payload.occurredAt as DateTime),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nextMonth: (payload.start as Date) + |P1M|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import dw::core::Dates.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