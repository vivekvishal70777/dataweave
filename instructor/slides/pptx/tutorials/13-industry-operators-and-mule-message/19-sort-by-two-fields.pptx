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Sort by two fields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B7CBDE"/>
                </a:solidFill>
                <a:latin typeface="Calibri"/>
              </a:rPr>
              <a:t>Plain-language walkthrough. Then jump to the matching concept or lab video.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 one sentence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orderBy is one key. Descending numbers use minus. Two SQL columns is not two orderBy calls in a row.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Like this in real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Sort by region, and inside region by amount. Use a composite key or sort groups. Do not assume SQL ORDER BY a,b.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Read this slowly. Header first, then the body.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payload orderBy ((o) -&gt; o.region ++ "|" ++ leftPad((100000000 - (o.amount as Number)) as String, 12, "0"))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Remember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Name this trap. Interviewers love it.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After you try the lab for this section, replay the concept video. Spoken model answers are on the bootcamp mock video — not in a downloadable answer key.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