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6675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Sort by two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325880"/>
            <a:ext cx="416052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orderBy is one key. Descending numbers use minus. Two SQL columns is not two orderBy calls in a row.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Sort by region, and inside region by amount. Use a composite key or sort groups. Do not assume SQL ORDER BY a,b.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payload orderBy ((o) -&gt; o.region ++ "|" ++ leftPad((100000000 - (o.amount as Number)) as String, 12, "0"))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INDUSTRY OPERATORS, MESSAGE, AND MIME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78638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331720"/>
            <a:ext cx="7498079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Name this trap. Interviewers love it.</a:t>
            </a:r>
          </a:p>
          <a:p>
            <a:pPr>
              <a:spcAft>
                <a:spcPts val="1400"/>
              </a:spcAft>
            </a:pPr>
            <a:r>
              <a:rPr sz="22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  <p:pic>
        <p:nvPicPr>
          <p:cNvPr id="6" name="Picture 5" descr="dw-d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2057400"/>
            <a:ext cx="2880360" cy="28803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