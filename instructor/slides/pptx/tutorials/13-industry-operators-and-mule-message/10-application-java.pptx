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application/java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many connectors, payload is a Java Map/List, not a JSON string. Selectors still use dot.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 same shopping list, written in pencil (Java) not printed as JSON. You still read “milk.”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After a Java connector, payload is often application/java.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You still write: payload.Account.Name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 not payload as String then parse unless you must.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