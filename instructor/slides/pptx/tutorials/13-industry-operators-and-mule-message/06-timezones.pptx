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Timezones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DateTime has an offset. Shift with &gt;&gt; "Asia/Kolkata". Store UTC. Convert at the 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meeting at 14:05 UTC is 19:35 in India. Same moment, different wall clock.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ts = payload.occurredAt as DateTime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utc: ts &gt;&gt; "UTC",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ist: ts &gt;&gt; "Asia/Kolkata",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display: (ts &gt;&gt; "Asia/Kolkata") as String {format: "dd-MMM-yyyy HH:mm"}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Do not use now() in a pricing module. Inject asOf.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