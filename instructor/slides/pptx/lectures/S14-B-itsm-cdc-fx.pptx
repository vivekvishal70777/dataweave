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Mapping cluster B — ITSM, CDC, FX, EDI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one cluster video, or one lab video each. Pause before every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Labs 64–70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Join tables that arrived together.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CDC envelopes flatten to upsert rows.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Money: coerce, skip zero qty, convert FX last.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64 ServiceNow + CMDB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65 Debezium CDC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66 Color × size SKUs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67 Multi-currency to USD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cluster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68 IN vs US address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69 EDI-like PO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70 Bank ledger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After each lab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Show the starter fail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Read the problem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Hold this card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Then type the 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Close the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Point at remaining homework labs.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Quiz lives in student/quizzes.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