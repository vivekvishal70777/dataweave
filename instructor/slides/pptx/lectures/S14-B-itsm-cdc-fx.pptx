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Mapping cluster B — ITSM, CDC, FX, EDI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Record one cluster video, or one lab video each. Pause before every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Labs 64–70</a:t>
            </a:r>
          </a:p>
        </p:txBody>
      </p:sp>
      <p:pic>
        <p:nvPicPr>
          <p:cNvPr id="7" name="Picture 6" descr="dw-mapp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Join tables that arrived together.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CDC envelopes flatten to upsert rows.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Money: coerce, skip zero qty, convert FX last.</a:t>
            </a:r>
          </a:p>
        </p:txBody>
      </p:sp>
      <p:pic>
        <p:nvPicPr>
          <p:cNvPr id="6" name="Picture 5" descr="dw-mapp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Labs in this cluster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64 ServiceNow + CMDB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65 Debezium CDC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66 Color × size SKUs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67 Multi-currency to USD</a:t>
            </a:r>
          </a:p>
        </p:txBody>
      </p:sp>
      <p:pic>
        <p:nvPicPr>
          <p:cNvPr id="6" name="Picture 5" descr="dw-mapp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Labs in this cluster (cont.)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68 IN vs US address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69 EDI-like PO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70 Bank ledger</a:t>
            </a:r>
          </a:p>
        </p:txBody>
      </p:sp>
      <p:pic>
        <p:nvPicPr>
          <p:cNvPr id="6" name="Picture 5" descr="dw-mapp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After each lab hook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Show the starter fail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Read the problem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Hold this card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Then type the solution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Close the cluster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Point at remaining homework labs.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Quiz lives in student/quizzes.</a:t>
            </a:r>
          </a:p>
        </p:txBody>
      </p:sp>
      <p:pic>
        <p:nvPicPr>
          <p:cNvPr id="6" name="Picture 5" descr="dw-mapp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