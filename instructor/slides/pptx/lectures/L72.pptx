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Strings regex, Transform Message multiple targets, Java MIME, readUrl, log, try vs On Error, HTTP attributes.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`matches` is a **full-string** regex (Q39). `find` / `scan` extract parts. `replace` can take a regex or a literal.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`matches` is a **full-string** regex (Q39). `find` / `scan` extract parts. `replace` can take a regex or a literal.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Transform Message can have **multiple output targets**: Payload, Variable, Attributes (metadata). Each target is its own DataWeave script (own header). Typical pattern: payload = canonical JSON; variable `correlationId` = `attributes.headers['x-correlation-id'] default uuid()`; variable `recordCount` = `sizeOf(payload)`. Do not cram side effects into `also` just to avoid a second target. Preview each target in Studio.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Java/Salesforce/JMS connectors, payload is often `Map` / `List` (`application/java`), not a JSON string. DataWeave still selects `.field` the same way. Traps: Java `null` vs DW `null`, calendar types vs `DateTime`, and **don’t** `payload as String` then `read` unless you must. Output `application/java` only when the next processor needs a Java object (e.g. some connectors). Canonical APIs should still **write JSON**.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`read(binaryOrString, mime)` parses a value already in memory (Q19). `readUrl` loads from a URL or classpath: Use for small lookup tables shipped in the app. Do not `readUrl` a huge file inside `map` (I/O per item). File connector + one Transform is cleaner for large blobs.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`read(binaryOrString, mime)` parses a value already in memory (Q19). `readUrl` loads from a URL or classpath: Use for small lookup tables shipped in the app. Do not `readUrl` a huge file inside `map` (I/O per item). File connector + one Transform is cleaner for large blobs.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`log` returns the value (so it can sit inline). `output application/dw` dumps the DW view of the data (Studio/debug). **Never** log raw payloads with PII (Lab 39). `log` is not a substitute for `try` or Mule On Error.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`log` returns the value (so it can sit inline). `output application/dw` dumps the DW view of the data (Studio/debug). **Never** log raw payloads with PII (Lab 39). `log` is not a substitute for `try` or Mule On Error.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`try` / `orElse` catch **expression** failures (bad `as Number`, divide by zero) and keep the script running. They do **not** catch HTTP 500 from a connector. Connector and flow failures use **On Error Continue / Propagate**, `error.errorType` (`HTTP:TIMEOUT`, `VALIDATION:INVALID_BOOLEAN`), `error.description`, `error.errorMessage.payload`. Interview: validation of dirty rows → `try` inside `map`; Salesforce timeout → On Error + retry.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Field | Use | | --- | --- | | `attributes.method` | GET/POST routing in DW (rare; prefer Choice) | | `attributes.uriParams.id` | `/orders/{id}` | | `attributes.queryParams.page` | pagination (Lab 34) | | `attributes.headers['x-correlation-id']` | tracing | | `attributes.statusCode` | HTTP Request **response** attributes | Listener vs Request: know which processor produced `attributes`. Query params are often **strings** — coerce `as Number`.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TM targets, Java MIME, readUrl, log, HTTP attributes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8–12 min   ·   S13-L72-message-and-mime.mp4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Strings regex, Transform Message multiple targets, Java MIME, readUrl, log, try vs On Error, HTTP attributes.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Q68. How do you replace, find, and split SKUs with Strings helpers?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matches is a full-string regex (Q39). find / scan extract parts. replace can take a regex or a literal.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dw::core::Strings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redacted: replace(payload.notes, /INV-\d+/, "REDACTED"),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ids: payload.notes find /INV-\d+/,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family: substringBefore(payload.sku, "-"),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trimmed: trim(payload.name)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Q69. How does Transform Message set payload and variables?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One Transform Message can have multiple output targets: Payload, Variable, Attributes (metadata). Each target is its own DataWeave script (own header).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Typical pattern: payload = canonical JSON; variable correlationId = attributes.headers['x-correlation-id'] default uuid(); variable recordCount = sizeOf(payload).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Do not cram side effects into also just to avoid a second target. Preview each target in Studio.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Q70. When is application/java the payload type?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Java/Salesforce/JMS connectors, payload is often Map / List (application/java), not a JSON string. DataWeave still selects .field the same way.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Traps: Java null vs DW null, calendar types vs DateTime, and don’t payload as String then read unless you must.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Output application/java only when the next processor needs a Java object (e.g. some connectors). Canonical APIs should still write JSON.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Q71. What is readUrl vs read?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read(binaryOrString, mime) parses a value already in memory (Q19). readUrl loads from a URL or classpath: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Use for small lookup tables shipped in the app. Do not readUrl a huge file inside map (I/O per item).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File connector + one Transform is cleaner for large blobs.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readUrl("classpath://modules/iso-countries.json", "application/json")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Q72. How do you debug DataWeave (log, application/dw)?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log returns the value (so it can sit inline). output application/dw dumps the DW view of the data (Studio/debug). Never log raw payloads with PII (Lab 39). log is not a substitute for try or Mule On Error.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seen: log("DEBUG", payload.id),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body: payload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Q73. DataWeave try vs Mule On Error?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try / orElse catch expression failures (bad as Number, divide by zero) and keep the script running. They do not catch HTTP 500 from a connector.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Connector and flow failures use On Error Continue / Propagate, error.errorType (HTTP:TIMEOUT, VALIDATION:INVALID_BOOLEAN), error.description, error.errorMessage.payload.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Interview: validation of dirty rows → try inside map; Salesforce timeout → On Error + retry.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Q74. Which HTTP attributes should you memorize?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Listener vs Request: know which processor produced attributes. Query params are often strings — coerce as Number.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