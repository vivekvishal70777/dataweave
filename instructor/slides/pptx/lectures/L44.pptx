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Recursion plus match on Array, Object, else. This is the skeleton for labs 37 to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`flatMap` is `flatten(map(...))`. Recursion plus `match` on types is a classic hard-level question.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`flatMap` is `flatten(map(...))`. Recursion plus `match` on types is a classic hard-level question.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`keysOf` returns `Key` types (XML-aware). `namesOf` is usually what you want for JSON string keys.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`keysOf` returns `Key` types (XML-aware). `namesOf` is usually what you want for JSON string keys.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specific matching signature wins. Combined with `match { case x is Date -&gt; ... }`, this is how you write type-safe polymorphic transforms.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specific matching signature wins. Combined with `match { case x is Date -&gt; ... }`, this is how you write type-safe polymorphic transforms.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Recursion and match on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S10-L44-recursion.mp4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Recursion plus match on Array, Object, else. This is the skeleton for labs 37 to 40.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Q42. Write a recursive function to flatten a nested tree of objects/arrays.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flatMap is flatten(map(...)). Recursion plus match on types is a classic hard-level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flattenTree(x) =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x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a is Array -&gt; a flatMap flattenTree($)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case o is Object -&gt; flattenTree(valuesOf(o))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else -&gt; [x]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flattenTree(payload)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Q47. What is the difference between valuesOf, keysOf, namesOf, and entriesOf?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keysOf returns Key types (XML-aware). namesOf is usually what you want for JSON string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obj = { a: 1, b: 2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keys: keysOf(obj),       // ["a", "b"] as Keys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names: namesOf(obj),     // ["a", "b"] as Strings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values: valuesOf(obj),   // [1, 2]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entries: entriesOf(obj)  // [{key: "a", value: 1}, ...]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Q50. Explain function overloading and type patterns in DataWeave.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The most specific matching signature wins. Combined with match { case x is Date -&gt; ... }, this is how you write type-safe polymorphic transforms.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String) = "string: " ++ x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Number) = "number: " ++ (x as String)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Array) = "array size " ++ sizeOf(x)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fun describe(x: Any) = "other"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