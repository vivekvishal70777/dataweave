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Attributes versus elements versus repeating children. Write an attribute with at-paren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**write** attributes: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**write** attributes: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**write** attributes: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XML attributes and repeating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S06-L25-xml-attributes.mp4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Attributes versus elements versus repeating children. Write an attribute with at-paren syntax.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Q33. How do you read XML attributes vs elements?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To write attributes: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payload.order.@id,           // attribute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payload.order.customer,    // element text / child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items: payload.order.*item       // repeating child elements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order @(id: payload.id):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customer: payload.name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