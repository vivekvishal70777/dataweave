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 Capstone: Lab 53 org chart and Lab 54 invoice are two separate videos. Do not combine them into one twenty-minute file. Pause cards on both. Then the Advanced quiz.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L48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Section bridge: capstone labs 53–54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Record from this deck. Switch to the Playground when a code slide appears.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6766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3EC6FF"/>
                </a:solidFill>
                <a:latin typeface="Calibri"/>
              </a:rPr>
              <a:t>1–2 min   ·   S10-L48-capstone-bridge.mp4   ·   Optional video</a:t>
            </a:r>
          </a:p>
        </p:txBody>
      </p:sp>
      <p:pic>
        <p:nvPicPr>
          <p:cNvPr id="7" name="Picture 6" descr="dw-recurs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L48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Section bridge: capstone labs 53–54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Capstone: Lab 53 org chart and Lab 54 invoice are two separate videos. Do not combine them into one twenty-minute file. Pause cards on both.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Then the Advanced quiz.</a:t>
            </a:r>
          </a:p>
        </p:txBody>
      </p:sp>
      <p:pic>
        <p:nvPicPr>
          <p:cNvPr id="6" name="Picture 5" descr="dw-recurs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L48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Stop. Do not start a new topic.</a:t>
            </a:r>
          </a:p>
        </p:txBody>
      </p:sp>
      <p:pic>
        <p:nvPicPr>
          <p:cNvPr id="6" name="Picture 5" descr="dw-recurs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