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Capstone: Lab 53 org chart and Lab 54 invoice are two separate videos. Do not combine them into one twenty-minute file. Pause cards on both. Then the Advanced quiz.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Section bridge: capstone labs 53–54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1–2 min   ·   S10-L48-capstone-bridge.mp4   ·   Optional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Section bridge: capstone labs 53–54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Capstone: Lab 53 org chart and Lab 54 invoice are two separate videos. Do not combine them into one twenty-minute file. Pause cards on both.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Then the Advanced quiz.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