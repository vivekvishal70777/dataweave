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Hash versus HMAC. Binary and Base64. Reader and writer properties for JSON XML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Hashing is one-way checksums (file integrity). HMAC signs with a secret (webhook verification). Never roll your own encoding; watch Binary vs String and Base64 wrapping (`dw::core::Binaries::toBase64`).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Hashing is one-way checksums (file integrity). HMAC signs with a secret (webhook verification). Never roll your own encoding; watch Binary vs String and Base64 wrapping (`dw::core::Binaries::toBase64`).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multipart, Mule gives `parts` (e.g. `payload.parts.file.content`). Avoid loading huge binaries as String. Set `output application/octet-stream` when the result must stay binary.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multipart, Mule gives `parts` (e.g. `payload.parts.file.content`). Avoid loading huge binaries as String. Set `output application/octet-stream` when the result must stay binary.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**JSON:** `streaming`, `indexed`, `duplicateKeyAsArray`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**JSON:** `streaming`, `indexed`, `duplicateKeyAsArray`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Crypto, binary, reader/writer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8–12 min   ·   S11-L51-crypto-binary.mp4   ·   Video</a:t>
            </a:r>
          </a:p>
        </p:txBody>
      </p:sp>
      <p:pic>
        <p:nvPicPr>
          <p:cNvPr id="7" name="Picture 6" descr="dw-stream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Hash versus HMAC. Binary and Base64. Reader and writer properties for JSON XML CSV.</a:t>
            </a:r>
          </a:p>
        </p:txBody>
      </p:sp>
      <p:pic>
        <p:nvPicPr>
          <p:cNvPr id="6" name="Picture 5" descr="dw-stream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Q45. Explain dw::Crypto hashing vs HMAC. When is each used?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Hashing is one-way checksums (file integrity). HMAC signs with a secret (webhook verification).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Never roll your own encoding; watch Binary vs String and Base64 wrapping (dw::core::Binaries::toBase64).</a:t>
            </a:r>
          </a:p>
        </p:txBody>
      </p:sp>
      <p:pic>
        <p:nvPicPr>
          <p:cNvPr id="6" name="Picture 5" descr="dw-stream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dw::Crypto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sha: Crypto::hashWith(payload as Binary, "SHA-256"),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hmac: Crypto::HMACBinary(payload as Binary, "secret" as Binary, "HmacSHA256")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Q52. How do you process multipart / binary / Base64 in DataWeave?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For multipart, Mule gives parts (e.g. payload.parts.file.content). Avoid loading huge binaries as String.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output application/octet-stream when the result must stay binary.</a:t>
            </a:r>
          </a:p>
        </p:txBody>
      </p:sp>
      <p:pic>
        <p:nvPicPr>
          <p:cNvPr id="6" name="Picture 5" descr="dw-stream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* from dw::core::Binaries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b64: toBase64(payload as Binary),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bytes: fromBase64(vars.fileBase64),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asText: (payload as Binary) as String {encoding: "UTF-8"}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Q53. What are reader/writer properties you should mention for XML, JSON, and CSV?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streaming, indexed, duplicateKeyAsArray</a:t>
            </a:r>
          </a:p>
        </p:txBody>
      </p:sp>
      <p:pic>
        <p:nvPicPr>
          <p:cNvPr id="6" name="Picture 5" descr="dw-stream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application/xml writeDeclaration=true, encoding="UTF-8"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root: payload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  <p:pic>
        <p:nvPicPr>
          <p:cNvPr id="6" name="Picture 5" descr="dw-stream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