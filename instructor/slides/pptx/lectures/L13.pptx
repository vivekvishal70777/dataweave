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Arrays concepts are done. Record Lab 01 and Lab 02 as the on-camera demos. Homework labs 09, 10, 14, and 15 each have their own video. Pause, try, then play the matching lab lecture. Then the Arrays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Section bridge: array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1–2 min   ·   S03-L13-array-labs-bridge.mp4   ·   Optional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Section bridge: array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Arrays concepts are done. Record Lab 01 and Lab 02 as the on-camera demos. Homework labs 09, 10, 14, and 15 each have their own video.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Pause, try, then play the matching lab lecture. Then the Arrays quiz.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