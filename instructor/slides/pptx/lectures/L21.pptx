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If/else is an expression. No ternary. Mention comments so they do not look lost in a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DataWeave uses expressions, not statements: There is no ternary `? :` operator like Java.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DataWeave uses expressions, not statements: There is no ternary `? :` operator like Java.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`write(value, mimeType, properties)` to serialize a value to String/Binary without changing the Transform **output** MIME, and `read(binaryOrString, mimeType)` to parse. Typical interview case: log a JSON snapshot, or parse a JSON **string field** inside XML/CSV. This is **not** the same as `output application/json` on the script (that sets the Mule payload writer). Follow-up: huge `write(payload)` can break streaming.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`write(value, mimeType, properties)` to serialize a value to String/Binary without changing the Transform **output** MIME, and `read(binaryOrString, mimeType)` to parse. Typical interview case: log a JSON snapshot, or parse a JSON **string field** inside XML/CSV. This is **not** the same as `output application/json` on the script (that sets the Mule payload writer). Follow-up: huge `write(payload)` can break streaming.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if/else expressions (no Java ternary)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5–8 min   ·   S05-L21-if-else.mp4   ·   Video</a:t>
            </a:r>
          </a:p>
        </p:txBody>
      </p:sp>
      <p:pic>
        <p:nvPicPr>
          <p:cNvPr id="7" name="Picture 6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If/else is an expression. No ternary. Mention comments so they do not look lost in a header.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Q12. How do you write if/else in DataWeave?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DataWeave uses expressions, not statements: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There is no ternary ? : operator like Java.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if (payload.age &gt;= 18) "adult"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(payload.age &gt;= 13) "teen"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"child"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Q19. How do you write and read data inside a script?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write(value, mimeType, properties) to serialize a value to String/Binary without changing the Transform output MIME, and read(binaryOrString, mimeType) to parse.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Typical interview case: log a JSON snapshot, or parse a JSON string field inside XML/CSV.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not the same as output application/json on the script (that sets the Mule payload writer). Follow-up: huge write(payload) can break streaming.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asText: write(payload.order, "application/json", { indent: false }),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nested: read(payload.jsonBlob, "application/json")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