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Types, money helpers, timezones. Inject time. Shift with &gt;&gt; Asia/Kolkata.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Java `===`. Use `is` and `typeOf`: `match { case x is Array -&gt; ... }` is the same idea for trees (Q42, Q57).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Java `===`. Use `is` and `typeOf`: `match { case x is Array -&gt; ... }` is the same idea for trees (Q42, Q57).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`sum`, `avg`, `min`, `max`, `mod`, `abs`, `ceil`, `floor`, `round`, plus **money** via `as String {format: "0.00"} as Number`. Coerce ERP strings **before** arithmetic. `sum([])` is a common trap — skip empty or `default 0`. Do not use Java `BigDecimal` unless the interviewer asks; `fun money` is the DW answer.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`DateTime` includes an offset; `LocalDateTime` / `Date` do not. Parse ISO-8601, then shift: Store UTC in canonical APIs; convert only at the edge. Do not call `now()` inside a pricing module (inject `asOf`).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`DateTime` includes an offset; `LocalDateTime` / `Date` do not. Parse ISO-8601, then shift: Store UTC in canonical APIs; convert only at the edge. Do not call `now()` inside a pricing module (inject `asOf`).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Period literals: `|P7D|`, `|PT2H|`. Interview: SLA clocks and invoice due dates, not “print today”.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Period literals: `|P7D|`, `|PT2H|`. Interview: SLA clocks and invoice due dates, not “print today”.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Types, money, timezones, Dates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8–12 min   ·   S13-L71-timezones-numbers.mp4   ·   Video</a:t>
            </a:r>
          </a:p>
        </p:txBody>
      </p:sp>
      <p:pic>
        <p:nvPicPr>
          <p:cNvPr id="7" name="Picture 6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Types, money helpers, timezones. Inject time. Shift with &gt;&gt; Asia/Kolkata.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Q64. How do you test types (is, typeOf)?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There is no Java ===. Use is and typeOf: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match { case x is Array -&gt; ... } is the same idea for trees (Q42, Q57).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is Object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payload.amount is Number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typeOf(payload)     // "Object" | "Array" | "String" | 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Q65. Which number helpers should you name?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sum, avg, min, max, mod, abs, ceil, floor, round, plus money via as String {format: "0.00"} as Number.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Coerce ERP strings before arithmetic. sum([]) is a common trap — skip empty or default 0.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Do not use Java BigDecimal unless the interviewer asks; fun money is the DW answer.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Q66. How do you handle timezones?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DateTime includes an offset; LocalDateTime / Date do not. Parse ISO-8601, then shift: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Store UTC in canonical APIs; convert only at the edge. Do not call now() inside a pricing module (inject asOf).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ts = payload.occurredAt as DateTime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utc: ts &gt;&gt; "UTC",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ist: ts &gt;&gt; "Asia/Kolkata",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display: (ts &gt;&gt; "Asia/Kolkata") as String {format: "dd-MMM-yyyy HH:mm"}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Q67. What is in dw::core::Dates / Periods?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Period literals: |P7D|, |PT2H|. Interview: SLA clocks and invoice due dates, not “print today”.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* from dw::core::Dates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days: daysBetween(payload.start as Date, payload.end as Date),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startOfDay: atBeginningOfDay(payload.occurredAt as DateTime),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nextMonth: (payload.start as Date) + |P1M|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