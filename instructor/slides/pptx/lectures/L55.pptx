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Timer on screen, empty Playground, `student/resources/whiteboard.md` on the left. Students should have solutions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a mock interview, not a new topic. Six problems. Eight minutes each. Say the header out loud before the body: percent dw two point oh, output application json, dash dash dash. Problem one: Lab 23. One row per line item with orderId and sku. Skill: flatMap. Pause card: eight minutes. Go.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Time. I paste only the input, then I type the solution. flatMap maps each order to an array of lines and flattens one level. Nested map without flatten leaves arrays inside arrays — that is the usual fail. Problem two: Lab 20. Total amount per customer. groupBy, then sum.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groupBy returns an object of arrays. pluck or entriesOf to walk groups. Sum the amounts. Do not nested-filter the whole list for every customer — that is O of n squared. Problem three: Lab 32. Left join orders to customers without leftJoin.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Index customers with groupBy id once. Then map orders and pick the first customer. Same idea as a hash join. Mention why lookup inside map is an N-plus-one. Problem four: Lab 39. Mask ssn, password, email at any depth.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Recursion plus match on types. Object: mapObject, if the key is secret output stars, else recurse. Array: map recurse. Else: the leaf. Problem five: Lab 53. Flat employees to a nested org chart.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Index by id. Find roots where managerId is null. Recursive children filter managerId equals this id. Watch infinite loops if the data has cycles. Problem six: Lab 54. Invoice line totals, tax, grand total.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Header vars: lines with lineTotal, subtotal as sum, tax, grandTotal. Body is one object. That is the do-or-var interview pattern. Next video: I talk through the nested XML to canonical JSON design — interview question 60 — without turning it into a ninety-minute recording.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split into 6×~10 min or one section   ·   S12-L55-whiteboard.mp4   ·   Video</a:t>
            </a:r>
          </a:p>
        </p:txBody>
      </p:sp>
      <p:pic>
        <p:nvPicPr>
          <p:cNvPr id="7" name="Picture 6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Timer on screen, empty Playground, student/resources/whiteboard.md on the left. Students should have solutions closed.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a mock interview, not a new topic. Six problems. Eight minutes each.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Say the header out loud before the body: percent dw two point oh, output application json,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one: Lab 23. One row per line item with orderId and sku. Skill: flatMap.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card: eight minutes. Go.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1 of 6 — Lab 23 flatMap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Time. I paste only the input, then I type the solution. flatMap maps each order to an array of lines and flattens one level.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Nested map without flatten leaves arrays inside arrays — that is the usual fail.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two: Lab 20. Total amount per customer. groupBy, then sum.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2 of 6 — Lab 20 totals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groupBy returns an object of arrays. pluck or entriesOf to walk groups. Sum the amounts.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 not nested-filter the whole list for every customer — that is O of n squared.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three: Lab 32. Left join orders to customers without leftJoin.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3 of 6 — groupBy lookup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customers with groupBy id once. Then map orders and pick the first customer. Same idea as a hash join. Mention why lookup inside map is an N-plus-one.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four: Lab 39. Mask ssn, password, email at any depth.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4 of 6 — PII mask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Recursion plus match on types. Object: mapObject, if the key is secret output stars, else recurse. Array: map recurse. Else: the leaf.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five: Lab 53. Flat employees to a nested org chart.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5 of 6 — org chart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by id. Find roots where managerId is null. Recursive children filter managerId equals this id. Watch infinite loops if the data has cycles.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 six: Lab 54. Invoice line totals, tax, grand total.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the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Whiteboard 6 of 6 — invoice — 8:00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Whiteboard mock interview (set of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Header vars: lines with lineTotal, subtotal as sum, tax, grandTotal. Body is one object. That is the do-or-var interview pattern.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Next video: I talk through the nested XML to canonical JSON design — interview question 60 — without turning it into a ninety-minute recording.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