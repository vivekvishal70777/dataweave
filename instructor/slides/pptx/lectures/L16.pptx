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 missing email. default versus the safe selector versus skipNullOn 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`default` replaces `null` (and missing values that evaluate to null). It does **not** catch errors—use `try` for that.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`default` replaces `null` (and missing values that evaluate to null). It does **not** catch errors—use `try` for that.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Writer properties control serialization. `skipNullOn="everywhere"` omits fields whose values are `null` from JSON/XML output. Other common properties: - `indent=false` — compact JSON - `duplicateKeyAsArray=true` — XML - `header=true` / `separator=","` — CSV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Writer properties control serialization. `skipNullOn="everywhere"` omits fields whose values are `null` from JSON/XML output. Other common properties: - `indent=false` — compact JSON - `duplicateKeyAsArray=true` — XML - `header=true` / `separator=","` — CSV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default, safe selector, skipNullOn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6–9 min   ·   S04-L16-nulls.mp4   ·   Video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Demo a missing email. default versus the safe selector versus skipNullOn on output.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Q11. How do you handle missing fields and nulls?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default replaces null (and missing values that evaluate to null). It does not catch errors—use try for that.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payload.email default "unknown"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payload.address.city default ""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payload.address.?city          // null-safe selector; returns null if address is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Q20. What does output application/json skipNullOn="everywhere"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indent=false — compact JSON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duplicateKeyAsArray=true — XML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header=true / separator="," — CSV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 skipNullOn="everywhere", indent=false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1, b: null }   // { "a": 1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