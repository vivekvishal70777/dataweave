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screen: course title `DataWeave 2.0 for Mule 4: Labs + Interview Prep`. Then switch to the Playground with a nested order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Welcome. I am Vivek, and this course is a gym for DataWeave 2.0 on Mule 4 — not a slide dump. By the last section you will have written fifty-four transformation scripts and you will be able to answer sixty interview questions out loud, with a short script on a whiteboard. Here is the promise in one picture. Ugly nested JSON — line items inside orders — becomes a clean invoice: line totals, tax, grand total. That is Lab 54. We will not start there. We start with map and filter. You do not need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Welcome. I am Vivek, and this course is a gym for DataWeave 2.0 on Mule 4 — not a slide dump. By the last section you will have written fifty-four transformation scripts and you will be able to answer sixty interview questions out loud, with a short script on a whiteboard. Here is the promise in one picture. Ugly nested JSON — line items inside orders — becomes a clean invoice: line totals, tax, grand total. That is Lab 54. We will not start there. We start with map and filter. You do not need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 Welcome. I am Vivek, and this course is a gym for DataWeave 2.0 on Mule 4 — not a slide dump. By the last section you will have written fifty-four transformation scripts and you will be able to answer sixty interview questions out loud, with a short script on a whiteboard. Here is the promise in one picture. Ugly nested JSON — line items inside orders — becomes a clean invoice: line totals, tax, grand total. That is Lab 54. We will not start there. We start with map and filter. You do not need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Welcome and what you will build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3–4 min   ·   S01-L01-welcome.mp4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On camera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Full screen: course title DataWeave 2.0 for Mule 4: Labs + Interview Prep. Then switch to the Playground with a nested order JSON.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Welcome. I am Vivek, and this course is a gym for DataWeave 2.0 on Mule 4 — not a slide dump.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By the last section you will have written fifty-four transformation scripts and you will be able to answer sixty interview questions out loud, with a short script on a whiteboard.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Here is the promise in one picture. Ugly nested JSON — line items inside orders — becomes a clean invoice: line totals, tax, grand total. That is Lab 54.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 will not start there. We start with map and filter.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You do not need Anypoint Studio on day one. The DataWeave Playground in the browser is enough for almost every lab.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 already work in Transform Message, use that. Same language.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What this course is not: it is not official Salesforce training, and it is not a MuleSoft certification dump.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It is how you actually map payloads at work and in interviews.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Talking points (cont.)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Next video: how each lesson is built — concept, pause card, lab, quiz. Then we tour the student folder and you write Lab 01.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See you in the next lecture.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