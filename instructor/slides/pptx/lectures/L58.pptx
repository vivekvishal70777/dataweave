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Course title, then student/resources/cheat-sheet.md, then optional solutions zip on lecture 58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You finished the lab trail and the interview bank. Revisit the whiteboard six until you can do them cold: flatMap lines, totals per customer, join via groupBy, PII mask, org chart, invoice. The cheat sheet is in student/resources. The sixty questions are in the interview article and the section lectures. If I attached a solutions pack on this lecture, use it only after you have attempts. If I did not attach it, you already saw solutions on camera after each pause card. This course is not an off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You finished the lab trail and the interview bank. Revisit the whiteboard six until you can do them cold: flatMap lines, totals per customer, join via groupBy, PII mask, org chart, invoice. The cheat sheet is in student/resources. The sixty questions are in the interview article and the section lectures. If I attached a solutions pack on this lecture, use it only after you have attempts. If I did not attach it, you already saw solutions on camera after each pause card. This course is not an off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Next steps and solutions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2–3 min   ·   S12-L58-next-steps.mp4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On camera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Course title, then student/resources/cheat-sheet.md, then optional solutions zip on lecture 58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Talking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You finished the lab trail and the interview bank.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Revisit the whiteboard six until you can do them cold: flatMap lines, totals per customer, join via groupBy, PII mask, org chart, invoice.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The cheat sheet is in student/resources. The sixty questions are in the interview article and the section lectures.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I attached a solutions pack on this lecture, use it only after you have attempts.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Talking points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I did not attach it, you already saw solutions on camera after each pause card.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course is not an official MuleSoft credential. It is how you map data. Go apply it on the next Transform Message at work, and good luck in the interview.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Thank you for working the labs instead of only watching.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