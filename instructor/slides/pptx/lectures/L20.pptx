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Trap: plus on two strings. Show the error, then fix with plus-plus. Also split, join,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Strings: `++` (`"Hello" ++ " " ++ "World"`) - Arrays: `++` (`[1, 2] ++ [3]`) - Objects: `++` merges keys (right side wins on conflict) `+` is numeric addition, not concatenation.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`splitBy` returns an array; `joinBy` builds a string. Industry follow-ups from `dw::core::Strings`: `trim`, `replace`, `substringAfter` / `substringBefore`, `pad`, `repeat`, and regex `find` / `scan` (see Q68).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`splitBy` returns an array; `joinBy` builds a string. Industry follow-ups from `dw::core::Strings`: `trim`, `replace`, `substringAfter` / `substringBefore`, `pad`, `repeat`, and regex `find` / `scan` (see Q68).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plus-plus vs plus; split, join,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6–9 min   ·   S05-L20-strings.mp4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Trap: plus on two strings. Show the error, then fix with plus-plus. Also split, join,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Q10. How do you concatenate strings and arrays?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Strings: ++ ("Hello" ++ " " ++ "World")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Arrays: ++ ([1, 2] ++ [3])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Objects: ++ merges keys (right side wins on conflict)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Q16. How do you split, join, and change case of strings?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splitBy returns an array; joinBy builds a string.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Industry follow-ups from dw::core::Strings: trim, replace, substringAfter / substringBefore, pad, repeat, and regex find / scan (see Q68).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import * from dw::core::Strings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parts: payload.csvLine splitBy ",",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csv: ["a", "b"] joinBy ",",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upper: upper(payload.name),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lower: lower(payload.name),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cap: capitalize(payload.name)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