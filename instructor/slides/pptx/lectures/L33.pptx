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lecture is only a pointer. The full walkthrough is the Lab 20 video: totals per customer after groupBy. If you already recorded Lab 20, you can skip publishing this duplicate, or keep a three-minute recap of mistakes: forgetting groupBy returns an object, and summing strings instead of numbers.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Homework recap pointer (Lab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3–5 min   ·   S07-L33-lab20-recap.mp4   ·   Optional if Lab 20 exists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Homework recap pointer (Lab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lecture is only a pointer. The full walkthrough is the Lab 20 video: totals per customer after groupBy.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 already recorded Lab 20, you can skip publishing this duplicate, or keep a three-minute recap of mistakes: forgetting groupBy returns an object, and summing strings instead of numbers.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