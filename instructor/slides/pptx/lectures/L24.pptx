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array, output xml. Stress a single root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 the `output` MIME type and shape the tree: JSON to XML needs a **single root**. XML to JSON is the reverse: `output application/json` and select elements/attributes (`payload.orders.order.@id` for attributes).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 the `output` MIME type and shape the tree: JSON to XML needs a **single root**. XML to JSON is the reverse: `output application/json` and select elements/attributes (`payload.orders.order.@id` for attributes).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JSON to XML (single root)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S06-L24-json-to-xml.mp4   ·   Video</a:t>
            </a:r>
          </a:p>
        </p:txBody>
      </p:sp>
      <p:pic>
        <p:nvPicPr>
          <p:cNvPr id="7" name="Picture 6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Same array, output xml. Stress a single root element.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Q14. How do you transform JSON to XML (and vice versa)?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Change the output MIME type and shape the tree: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JSON to XML needs a single root.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XML to JSON is the reverse: output application/json and select elements/attributes (payload.orders.order.@id for attributes).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orders: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order: 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amount: $.amount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