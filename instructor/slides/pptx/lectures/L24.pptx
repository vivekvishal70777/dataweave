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array, output xml. Stress a single root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Change the `output` MIME type and shape the tree: JSON to XML needs a **single root**. XML to JSON is the reverse: `output application/json` and select elements/attributes (`payload.orders.order.@id` for attributes).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Change the `output` MIME type and shape the tree: JSON to XML needs a **single root**. XML to JSON is the reverse: `output application/json` and select elements/attributes (`payload.orders.order.@id` for attributes).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JSON to XML (single root)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6–9 min   ·   S06-L24-json-to-xml.mp4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Same array, output xml. Stress a single root element.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Q14. How do you transform JSON to XML (and vice versa)?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Change the output MIME type and shape the tree: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JSON to XML needs a single root.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XML to JSON is the reverse: output application/json and select elements/attributes (payload.orders.order.@id for attributes).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application/xml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orders: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order: payload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id: $.id,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amount: $.amount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