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Objects and nulls: your lab videos are 04, 05, 16, and 18. Lab 05 you may have seen in fundamentals — treat this as a second look at default. Then the Objects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Section bridge: object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1–2 min   ·   S04-L18-object-labs-bridge.mp4   ·   Optional video</a:t>
            </a:r>
          </a:p>
        </p:txBody>
      </p:sp>
      <p:pic>
        <p:nvPicPr>
          <p:cNvPr id="7" name="Picture 6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Section bridge: object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Objects and nulls: your lab videos are 04, 05, 16, and 18. Lab 05 you may have seen in fundamentals — treat this as a second look at default.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Then the Objects quiz.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