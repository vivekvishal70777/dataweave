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for statuses. try for errors. default is nulls, try is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`match` is exhaustive-style pattern matching: literals, types (`is`), conditions, and `else`.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`match` is exhaustive-style pattern matching: literals, types (`is`), conditions, and `else`.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`try` returns `{ success: true, result: ... }` or `{ success: false, error: ... }`. Combine with `orElse` for fallbacks. This is **not** a Mule error handler; it only catches failures **inside** the script.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`try` returns `{ success: true, result: ... }` or `{ success: false, error: ... }`. Combine with `orElse` for fallbacks. This is **not** a Mule error handler; it only catches failures **inside** the script.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match and try / orElse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7–10 min   ·   S08-L36-match-try.mp4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 for statuses. try for errors. default is nulls, try is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Q28. How does pattern matching (match)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 is exhaustive-style pattern matching: literals, types (is), conditions, and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payload.status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"NEW" -&gt; "created"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"PAID" -&gt; "completed"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s if s startsWith "ERR" -&gt; "failed"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n is Number -&gt; "numeric-status"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else -&gt; "unknown"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Q29. How do you handle errors in DataWeave (try)?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returns { success: true, result: ... } or { success: false, error: ... }. Combine with orElse for fallbacks.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not a Mule error handler; it only catches failures inside the 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try, orElse, orElseTry from dw::Runtime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n: try(() -&gt; payload.age as Number) orElse 0,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safe: try(() -&gt; 1 / payload.divisor)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