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Join labs 31 and 32 should be two videos back to back: leftJoin first, then the same result with groupBy lookup. That pair is the interview story. Labs 34 and 45 are extra. Then the Joins quiz.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Section bridge: join labs 31–32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1–2 min   ·   S09-L41-join-labs-bridge.mp4   ·   Optional video</a:t>
            </a:r>
          </a:p>
        </p:txBody>
      </p:sp>
      <p:pic>
        <p:nvPicPr>
          <p:cNvPr id="7" name="Picture 6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Section bridge: join labs 31–32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Join labs 31 and 32 should be two videos back to back: leftJoin first, then the same result with groupBy lookup. That pair is the interview story.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Labs 34 and 45 are extra. Then the Joins quiz.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