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ns prefix, hash names, attributes, writing namespaced XML. Labs 41 and 42 are the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Incoming XML: declare `ns` and use `payload.ns0#Orders`. Hard interviews ask about default vs prefixed namespaces and `@(xmlns: ...)`.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Incoming XML: declare `ns` and use `payload.ns0#Orders`. Hard interviews ask about default vs prefixed namespaces and `@(xmlns: ...)`.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XML namespaces read and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S10-L46-xml-namespaces.mp4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ns prefix, hash names, attributes, writing namespaced XML. Labs 41 and 42 are the 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Q44. How do you preserve XML namespaces and generate namespaced output?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Incoming XML: declare ns and use payload.ns0#Orders. Hard interviews ask about default vs prefixed namespaces and @(xmlns: ...).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ns ns0 http://example.com/order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ns0#Orders: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ns0#Order @(id: payload.id):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ns0#Amount: payload.amount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