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sizeOf versus isEmpty. Prefer isEmpty in interviews when you only check empty.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Prefer `isEmpty` over `sizeOf(x) == 0` in interviews.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Prefer `isEmpty` over `sizeOf(x) == 0` in interviews.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sizeOf, isEmpty, flatten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5–7 min   ·   S03-L12-sizeof-isempty.mp4   ·   Video</a:t>
            </a:r>
          </a:p>
        </p:txBody>
      </p:sp>
      <p:pic>
        <p:nvPicPr>
          <p:cNvPr id="7" name="Picture 6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sizeOf versus isEmpty. Prefer isEmpty in interviews when you only check empty.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Q15. What does sizeOf and isEmpty 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Prefer isEmpty over sizeOf(x) == 0 in interviews.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sizeOf(payload.items)     // array length, object key count, or string length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isEmpty(payload.items)    // true for [], {}, "", or null in many cases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