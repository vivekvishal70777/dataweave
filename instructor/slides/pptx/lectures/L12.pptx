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sizeOf versus isEmpty. Prefer isEmpty in interviews when you only check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 `isEmpty` over `sizeOf(x) == 0` in interviews.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 `isEmpty` over `sizeOf(x) == 0` in interviews.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sizeOf, isEmpty, flatten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5–7 min   ·   S03-L12-sizeof-isempty.mp4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sizeOf versus isEmpty. Prefer isEmpty in interviews when you only check empty.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Q15. What does sizeOf and isEmpty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Prefer isEmpty over sizeOf(x) == 0 in interviews.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sizeOf(payload.items)     // array length, object key count, or string length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isEmpty(payload.items)    // true for [], {}, "", or null in many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