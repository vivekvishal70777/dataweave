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CSV in as array of objects. CSV out with header true. Coerce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CSV is typically read as an **array of objects** (header row = keys). Reader properties: `header=true`, `separator=";"`, `quoteValues=true`.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CSV is typically read as an **array of objects** (header row = keys). Reader properties: `header=true`, `separator=";"`, `quoteValues=true`.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Keys become column headers when `header=true`.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Keys become column headers when `header=true`.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CSV to JSON and JSON to 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6–9 min   ·   S06-L26-csv.mp4   ·  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CSV in as array of objects. CSV out with header true. Coerce numbers.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Q31. How do you transform CSV to JSON?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CSV is typically read as an array of objects (header row = keys). Reader properties: header=true, separator=";", quoteValues=true.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name: $.Name,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amount: $.Amount as Number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Q32. How do you generate CSV from JSON?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Keys become column headers when header=true.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application/csv header=true, separator=","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OrderId: $.id,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Total: $.amount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