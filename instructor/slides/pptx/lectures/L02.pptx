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Whiteboard or slide with four boxes: Concept → Pause → Lab →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Every teaching section uses the same loop. If you remember only this video, remember the loop. First, a short concept. One idea. Three to seven minutes. I will talk, and I will type a tiny example. Second, a pause card. That is not a Udemy setting. It is a slide I put on screen for a few seconds that says: pause this video, open the lab folder, try it yourself. You hit pause on Udemy. You work. You come back. Third, the lab video — and in this course, **every lab has its own video**. I show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Every teaching section uses the same loop. If you remember only this video, remember the loop. First, a short concept. One idea. Three to seven minutes. I will talk, and I will type a tiny example. Second, a pause card. That is not a Udemy setting. It is a slide I put on screen for a few seconds that says: pause this video, open the lab folder, try it yourself. You hit pause on Udemy. You work. You come back. Third, the lab video — and in this course, **every lab has its own video**. I show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Every teaching section uses the same loop. If you remember only this video, remember the loop. First, a short concept. One idea. Three to seven minutes. I will talk, and I will type a tiny example. Second, a pause card. That is not a Udemy setting. It is a slide I put on screen for a few seconds that says: pause this video, open the lab folder, try it yourself. You hit pause on Udemy. You work. You come back. Third, the lab video — and in this course, **every lab has its own video**. I show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How this course works (concept, pause, lab, quiz)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3–4 min   ·   S01-L02-how-the-course-works.mp4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On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Whiteboard or slide with four boxes: Concept → Pause → Lab → Quiz.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Every teaching section uses the same loop. If you remember only this video, remember the loop.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First, a short concept. One idea. Three to seven minutes. I will talk, and I will type a tiny example.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Second, a pause card. That is not a Udemy setting.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It is a slide I put on screen for a few seconds that says: pause this video, open the lab folder, try it yourself. You hit pause on Udemy. You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 come back.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Third, the lab video — and in this course, every lab has its own video.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 show the failing starter, I read the problem, I show the pause card, then I type the solution. Do not skip the pause.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 watch the solution first, you only learn to copy.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Fourth, a section quiz on Udemy. Those are practice tests, not videos. I will not read every question on camera.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Target length: concept videos six to ten minutes. Lab videos six to ten, hard cap twelve. If Lab 54 runs long, I split it.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File names on my side look like S02-L07-script-structure.mp4. You just press play in order.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Next: the getting-started article, then a tour of the student lab folder.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