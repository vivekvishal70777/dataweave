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Transform Message input graph: payload, vars, attributes, p for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Transform Message you can also map from the **input graph** (`payload`, `vars`, `attributes`). HTTP Listener extras interviewers want: `attributes.method`, `attributes.requestPath` / `rawRequestUri`, `attributes.uriParams.orderId`, `attributes.queryParams.page`, `attributes.headers['authorization']` (often lower-cased). `error.errorType` / `error.errorMessage.payload` belong in **On Error** scopes, not in a happy-path script (see Q73).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Transform Message you can also map from the **input graph** (`payload`, `vars`, `attributes`). HTTP Listener extras interviewers want: `attributes.method`, `attributes.requestPath` / `rawRequestUri`, `attributes.uriParams.orderId`, `attributes.queryParams.page`, `attributes.headers['authorization']` (often lower-cased). `error.errorType` / `error.errorMessage.payload` belong in **On Error** scopes, not in a happy-path script (see Q73).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**Transform Message**: full script with header, preview, metadata, multiple outputs (`payload`, `variables`). - **`#[...]` expression**: a DataWeave expression (often without a full header) used inline, e.g. `#[payload.orderId]`. Both use DataWeave 2 in Mule 4.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vars, attributes, and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6–9 min   ·   S09-L39-mule-context.mp4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Transform Message input graph: payload, vars, attributes, p for properties.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Q17. How do you read Mule variables, attributes, and properties in DataWeave?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 Transform Message you can also map from the input graph (payload, vars, attributes).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HTTP Listener extras interviewers want: attributes.method, attributes.requestPath / rawRequestUri, attributes.uriParams.orderId, attributes.queryParams.page, attributes.headers['authorization'] (often lower-cased). error.errorType / error.errorMessage.payload belong in On Error scopes, not in a happy-path script (see Q73).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vars.customerId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attributes.headers["content-type"]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attributes.queryParams.page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p("http.host")               // from configuration properties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Mule::p("api.version")       // same idea in some contexts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Q18. What is the difference between Transform Message and a DataWeave expression in a Set Payload?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Transform Message: full script with header, preview, metadata, multiple outputs (payload, variables).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#[...] expression: a DataWeave expression (often without a full header) used inline, e.g. #[payload.orderId].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