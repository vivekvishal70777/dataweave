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Arrays helpers. maxBy returns the item. firstWith is first match. zip pairs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 `dw::core::Arrays` (Mule 4.3+ / current core): `maxBy` / `minBy` return the **item**, not the number. Empty arrays: guard with `isEmpty` or `default`.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 `dw::core::Arrays` (Mule 4.3+ / current core): `maxBy` / `minBy` return the **item**, not the number. Empty arrays: guard with `isEmpty` or `default`.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`[0 to 2]` is inclusive. Out-of-range indexes are safer than Java (often empty, not an exception) — still do not assume that in every runtime; prefer `slice` / `take` / `drop` in production.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`[0 to 2]` is inclusive. Out-of-range indexes are safer than Java (often empty, not an exception) — still do not assume that in every runtime; prefer `slice` / `take` / `drop` in production.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headers with values (dynamic CSV / Excel columns): Length is the shorter array. Interview follow-up: building an object with `(pair[0]): pair[1]` (dynamic keys).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headers with values (dynamic CSV / Excel columns): Length is the shorter array. Interview follow-up: building an object with `(pair[0]): pair[1]` (dynamic keys).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Arrays helpers: maxBy, firstWith, zip, ranges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8–12 min   ·   S13-L70-arrays-helpers.mp4   ·   Video</a:t>
            </a:r>
          </a:p>
        </p:txBody>
      </p:sp>
      <p:pic>
        <p:nvPicPr>
          <p:cNvPr id="7" name="Picture 6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Industry Arrays helpers. maxBy returns the item. firstWith is first match. zip pairs columns.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Q61. What dw::core::Arrays helpers do interviewers expect besides map/filter?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 dw::core::Arrays (Mule 4.3+ / current core):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maxBy / minBy return the item, not the number. Empty arrays: guard with isEmpty or default.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richest: payload maxBy $.amount,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cheapest: payload minBy $.amount,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firstPaid: payload firstWith ((o) -&gt; o.status == "PAID"),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anyOver: payload some ((o) -&gt; (o.amount as Number) &gt; 1000),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allPositive: payload every ((o) -&gt; (o.amount as Number) &gt; 0),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idx: indexOf(payload, ((o) -&gt; o.id == "O1")),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countPaid: payload countBy ((o) -&gt; o.status == "PAID")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Q62. How do ranges and slice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[0 to 2] is inclusive.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Out-of-range indexes are safer than Java (often empty, not an exception) — still do not assume that in every runtime; prefer slice / take / drop in production.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slice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firstThree: payload[0 to 2],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nums: 1 to 5,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mid: slice(payload, 1, 4)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Q63. How do you zip two arrays?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Pair headers with values (dynamic CSV / Excel columns):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Length is the shorter array. Interview follow-up: building an object with (pair[0]): pair[1] (dynamic keys).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zip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zip(payload.headers, payload.values)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 { name: $[0], value: $[1]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