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Industry Arrays helpers. maxBy returns the item. firstWith is first match. zip pairs columns.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`dw::core::Arrays` (Mule 4.3+ / current core): `maxBy` / `minBy` return the **item**, not the number. Empty arrays: guard with `isEmpty` or `default`.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 `dw::core::Arrays` (Mule 4.3+ / current core): `maxBy` / `minBy` return the **item**, not the number. Empty arrays: guard with `isEmpty` or `default`.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`[0 to 2]` is inclusive. Out-of-range indexes are safer than Java (often empty, not an exception) — still do not assume that in every runtime; prefer `slice` / `take` / `drop` in production.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`[0 to 2]` is inclusive. Out-of-range indexes are safer than Java (often empty, not an exception) — still do not assume that in every runtime; prefer `slice` / `take` / `drop` in production.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headers with values (dynamic CSV / Excel columns): Length is the shorter array. Interview follow-up: building an object with `(pair[0]): pair[1]` (dynamic keys).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Pair headers with values (dynamic CSV / Excel columns): Length is the shorter array. Interview follow-up: building an object with `(pair[0]): pair[1]` (dynamic keys). Type every DataWeave sample on screen. Read the header out loud: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Arrays helpers: maxBy, firstWith, zip, ranges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Record from this deck. Switch to the Playground when a code slide appears.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8–12 min   ·   S13-L70-arrays-helpers.mp4   ·  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Open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Industry Arrays helpers. maxBy returns the item. firstWith is first match. zip pairs columns.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Q61. What dw::core::Arrays helpers do interviewers expect besides map/filter?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Import dw::core::Arrays (Mule 4.3+ / current core):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maxBy / minBy return the item, not the number. Empty arrays: guard with isEmpty or default.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import * from dw::core::Arrays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richest: payload maxBy $.amount,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cheapest: payload minBy $.amount,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firstPaid: payload firstWith ((o) -&gt; o.status == "PAID"),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anyOver: payload some ((o) -&gt; (o.amount as Number) &gt; 1000),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allPositive: payload every ((o) -&gt; (o.amount as Number) &gt; 0),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idx: indexOf(payload, ((o) -&gt; o.id == "O1")),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  countPaid: payload countBy ((o) -&gt; o.status == "PAID")</a:t>
            </a:r>
          </a:p>
          <a:p>
            <a:pPr>
              <a:spcAft>
                <a:spcPts val="200"/>
              </a:spcAft>
            </a:pPr>
            <a:r>
              <a:rPr sz="13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Q62. How do ranges and slice work?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[0 to 2] is inclusive.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Out-of-range indexes are safer than Java (often empty, not an exception) — still do not assume that in every runtime; prefer slice / take / drop in production.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slice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firstThree: payload[0 to 2],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nums: 1 to 5,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mid: slice(payload, 1, 4)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Q63. How do you zip two arrays?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Pair headers with values (dynamic CSV / Excel columns):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Length is the shorter array. Interview follow-up: building an object with (pair[0]): pair[1] (dynamic keys).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Type this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import zip from dw::core::Arrays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application/json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zip(payload.headers, payload.values)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map { name: $[0], value: $[1]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L70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a new topic.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