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Empty whiteboard, then slowly type the Q60 sketch from the interview bank. Do not rush namespaces.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 Question 60 is a design talk. Interviewers want to hear the order of operations, not only syntax. Step one, reader. Incoming XML with namespaces. Declare ns. Repeating line items with the multi-value selector. Attributes with at-sign. Step two, normalize. sku from attributes becomes a field. Quantities and prices as Number. Dates as DateTime with an explicit format. Step three, enrich. Line total is qty times price, inside a do block so the map stays readable. Order total is sum of line totals.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 Question 60 is a design talk. Interviewers want to hear the order of operations, not only syntax. Step one, reader. Incoming XML with namespaces. Declare ns. Repeating line items with the multi-value selector. Attributes with at-sign. Step two, normalize. sku from attributes becomes a field. Quantities and prices as Number. Dates as DateTime with an explicit format. Step three, enrich. Line total is qty times price, inside a do block so the map stays readable. Order total is sum of line totals.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 Question 60 is a design talk. Interviewers want to hear the order of operations, not only syntax. Step one, reader. Incoming XML with namespaces. Declare ns. Repeating line items with the multi-value selector. Attributes with at-sign. Step two, normalize. sku from attributes becomes a field. Quantities and prices as Number. Dates as DateTime with an explicit format. Step three, enrich. Line total is qty times price, inside a do block so the map stays readable. Order total is sum of line totals.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L56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Nested XML to canonical JSON (Q60)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Record from this deck. Switch to the Playground when a code slide appears.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8–12 min   ·   S12-L56-q60-design.mp4   ·   Video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L56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On camera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Empty whiteboard, then slowly type the Q60 sketch from the interview bank. Do not rush namespaces.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L56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Talking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Question 60 is a design talk. Interviewers want to hear the order of operations, not only syntax.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Step one, reader. Incoming XML with namespaces. Declare ns. Repeating line items with the multi-value selector. Attributes with at-sign.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Step two, normalize. sku from attributes becomes a field. Quantities and prices as Number. Dates as DateTime with an explicit format.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Step three, enrich. Line total is qty times price, inside a do block so the map stays readable. Order total is sum of line totals.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L56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Talking points (cont.)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Format money if they care about two decimals.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Step four, join. Customer comes from vars.customer that a previous connector already fetched.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 will say out loud: I am not going to lookup a flow for every line item.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Step five, shape. Canonical names: orderId, customerId, currency, lines as an array. Not XML tag names leaked into JSON.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L56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Talking points (cont.)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Step six, writer. application/json, skipNullOn everywhere so nulls do not ship.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Step seven, errors. Bad price: try, push into an errors array, do not crash the whole order unless the business says so.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Step eight, scale. One-pass map on line items. No orderBy unless the API requires sorted lines. No payload as String.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Now I type the sketch: ns, output json, fun money, body with orderId from ns0 hash order at-id, lines from star lineItem, orderTotal from sum.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L56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a new topic.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