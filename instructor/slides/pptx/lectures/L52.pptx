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Reusable dwl module, pure functions, then the performance pitfall list. Close the production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`src/main/resources/modules/Pricing.dwl`: Import: `import withTax from modules::Pricing`. Tests: MUnit with DataWeave assertions, or a `src/test/resources` script. Interview plus: default argument values, type signatures, and keeping modules **pure** (no `lookup`, no `now()` if you want determinism—inject time as a parameter).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`src/main/resources/modules/Pricing.dwl`: Import: `import withTax from modules::Pricing`. Tests: MUnit with DataWeave assertions, or a `src/test/resources` script. Interview plus: default argument values, type signatures, and keeping modules **pure** (no `lookup`, no `now()` if you want determinism—inject time as a parameter).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`groupBy` / `orderBy` on huge in-memory arrays 2. Nested `filter`/`map` causing O(n²) (use `groupBy` to index first) 3. `lookup` inside `map` (N+1 flow calls) 4. Repeated `payload as String` then parse 5. XML `..` descendant selector on large documents 6. Breaking streaming (see Q41) 7. Recursive functions without considering depth 8. Converting entire files to Java `HashMap` unnecessarily 9. Money as floating `Number` without a `format` round-trip (prefer `fun money`) 10. Putting connector I/O (`lookup`, HTTP) inside Transform Message instead of before/after the map Fix pattern: index the right-hand collection once (`groupBy` id), then `map` the left side with O(1)/O(k) lookups. Coerce dirty strings once. Mask PII before `log`. Type every DataWeave sample on screen. Read the header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`groupBy` / `orderBy` on huge in-memory arrays 2. Nested `filter`/`map` causing O(n²) (use `groupBy` to index first) 3. `lookup` inside `map` (N+1 flow calls) 4. Repeated `payload as String` then parse 5. XML `..` descendant selector on large documents 6. Breaking streaming (see Q41) 7. Recursive functions without considering depth 8. Converting entire files to Java `HashMap` unnecessarily 9. Money as floating `Number` without a `format` round-trip (prefer `fun money`) 10. Putting connector I/O (`lookup`, HTTP) inside Transform Message instead of before/after the map Fix pattern: index the right-hand collection once (`groupBy` id), then `map` the left side with O(1)/O(k) lookups. Coerce dirty strings once. Mask PII before `log`. Type every DataWeave sample on screen. Read the header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Functions are values: Many core functions (`map`, `filter`, `reduce`) are higher-order. Interviewers may ask you to write `compose` or a generic `treeMap`.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Functions are values: Many core functions (`map`, `filter`, `reduce`) are higher-order. Interviewers may ask you to write `compose` or a generic `treeMap`.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Reusable modules and performance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S11-L52-modules-perf.mp4   ·   Video</a:t>
            </a:r>
          </a:p>
        </p:txBody>
      </p:sp>
      <p:pic>
        <p:nvPicPr>
          <p:cNvPr id="7" name="Picture 6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Reusable dwl module, pure functions, then the performance pitfall list. Close the production section.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Q46. How do you write a reusable .dwl module and unit-test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src/main/resources/modules/Pricing.dwl: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Import: import withTax from modules::Pricing.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Tests: MUnit with DataWeave assertions, or a src/test/resources script.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Interview plus: default argument values, type signatures, and keeping modules pure (no lookup, no now() if you want determinism—inject time as a parameter).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withTax(amount: Number, rate: Number = 0.18) = amount * (1 + rate)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Q58. What performance pitfalls do interviewers expect you to name?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1. groupBy / orderBy on huge in-memory arrays 2.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Nested filter/map causing O(n²) (use groupBy to index first) 3. lookup inside map (N+1 flow calls) 4. Repeated payload as String then parse 5.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.. descendant selector on large documents 6. Breaking streaming (see Q41) 7. Recursive functions without considering depth 8.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Converting entire files to Java HashMap unnecessarily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Q58. What performance pitfalls do interviewers expect you to name?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9. Money as floating Number without a format round-trip (prefer fun money) 10.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Putting connector I/O (lookup, HTTP) inside Transform Message instead of before/after the map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Fix pattern: index the right-hand collection once (groupBy id), then map the left side with O(1)/O(k) lookups. Coerce dirty strings once.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Mask PII before log.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Q59. How do you write an infix-friendly custom function and use lambdas as arguments (higher-order functions)?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Functions are values: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Many core functions (map, filter, reduce) are higher-order. Interviewers may ask you to write compose or a generic treeMap.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applyTwice(x, f) = f(f(x))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increment(n) = n + 1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a: applyTwice(3, increment),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b: applyTwice("ha", (s) -&gt; s ++ 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