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two columns: Mule 3 versus Mule 4. Interviews almost always want DataWeave 2.0.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Area | DataWeave 1.0 (Mule 3) | DataWeave 2.0 (Mule 4) | | --- | --- | --- | | Header | `%dw 1.0` | `%dw 2.0` | | Language | MEL + DW 1.0 | DataWeave everywhere (`#[...]`) | | Operators | `map` / `mapObject` syntax differences | Unified functions, modules (`dw::core::*`) | | Null handling | More implicit | Explicit (`default`, `?`, `try`) | | Output | `%output application/json` | `output application/json` | Interviews almost always expect **DataWeave 2.0**.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DataWeave 1.0 vs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5–7 min   ·   S02-L06-dw1-vs-dw2.mp4   ·   Video</a:t>
            </a:r>
          </a:p>
        </p:txBody>
      </p:sp>
      <p:pic>
        <p:nvPicPr>
          <p:cNvPr id="7" name="Picture 6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Draw two columns: Mule 3 versus Mule 4. Interviews almost always want DataWeave 2.0.</a:t>
            </a:r>
          </a:p>
        </p:txBody>
      </p:sp>
      <p:pic>
        <p:nvPicPr>
          <p:cNvPr id="6" name="Picture 5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Q2. What is the difference between DataWeave 1.0 and DataWeave 2.0?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Interviews almost always expect DataWeave 2.0.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  <p:pic>
        <p:nvPicPr>
          <p:cNvPr id="6" name="Picture 5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