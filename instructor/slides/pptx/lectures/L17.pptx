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is arrays. mapObject is objects. pluck turns an object into an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`map` iterates **arrays** and returns an **array**. `mapObject` iterates **objects** and returns an **object**. Use `mapObject` to rename keys, drop/keep fields, or transform every value while keeping object shape.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`map` iterates **arrays** and returns an **array**. `mapObject` iterates **objects** and returns an **object**. Use `mapObject` to rename keys, drop/keep fields, or transform every value while keeping object shape.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`pluck` turns an object into an array by iterating keys/values. Use it when you need an array from an object’s fields.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`pluck` turns an object into an array by iterating keys/values. Use it when you need an array from an object’s fields.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mapObject and pluck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6–9 min   ·   S04-L17-mapobject-pluck.mp4   ·  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map is arrays. mapObject is objects. pluck turns an object into an array.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Q21. Explain mapObject. When do you use it instead of map?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map iterates arrays and returns an array. mapObject iterates objects and returns an object.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Use mapObject to rename keys, drop/keep fields, or transform every value while keeping object shape.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mapObject ((value, key) -&gt;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(upper(key as String)): value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Q9. What is pluck?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pluck turns an object into an array by iterating keys/values.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Use it when you need an array from an object’s fields.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 a: 1, b: 2 } pluck ((value, key, index) -&gt; { k: key, v: value })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// [{k: "a", v: 1}, {k: "b", v: 2}]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