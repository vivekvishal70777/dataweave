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section bridge — optional if you already publish Lab 03, 05, 08, and 13 as their own videos.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Fundamentals concept videos are done. Your practice is four labs, each with its own video in this section’s lab list: Lab 03 sum, Lab 05 default email, Lab 08 tax, Lab 13 grades. Do not binge the solutions. Open the starter, pause, attempt, then play that lab’s video. After the four labs, take the Fundamentals practice test on Udemy.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L09</a:t>
            </a:r>
          </a:p>
        </p:txBody>
      </p:sp>
      <p:sp>
        <p:nvSpPr>
          <p:cNvPr id="4" name="TextBox 3"/>
          <p:cNvSpPr txBox="1"/>
          <p:nvPr/>
        </p:nvSpPr>
        <p:spPr>
          <a:xfrm>
            <a:off x="640080" y="1828800"/>
            <a:ext cx="6675120" cy="1645920"/>
          </a:xfrm>
          <a:prstGeom prst="rect">
            <a:avLst/>
          </a:prstGeom>
          <a:noFill/>
        </p:spPr>
        <p:txBody>
          <a:bodyPr wrap="square">
            <a:spAutoFit/>
          </a:bodyPr>
          <a:lstStyle/>
          <a:p>
            <a:r>
              <a:rPr sz="4000" b="1">
                <a:solidFill>
                  <a:srgbClr val="FFFFFF"/>
                </a:solidFill>
                <a:latin typeface="Calibri"/>
              </a:rPr>
              <a:t>Section bridge: fundamentals labs</a:t>
            </a:r>
          </a:p>
        </p:txBody>
      </p:sp>
      <p:sp>
        <p:nvSpPr>
          <p:cNvPr id="5" name="TextBox 4"/>
          <p:cNvSpPr txBox="1"/>
          <p:nvPr/>
        </p:nvSpPr>
        <p:spPr>
          <a:xfrm>
            <a:off x="640080" y="3794760"/>
            <a:ext cx="6675120" cy="1097280"/>
          </a:xfrm>
          <a:prstGeom prst="rect">
            <a:avLst/>
          </a:prstGeom>
          <a:noFill/>
        </p:spPr>
        <p:txBody>
          <a:bodyPr wrap="square">
            <a:spAutoFit/>
          </a:bodyPr>
          <a:lstStyle/>
          <a:p>
            <a:r>
              <a:rPr sz="1800" b="0">
                <a:solidFill>
                  <a:srgbClr val="B7CBDE"/>
                </a:solidFill>
                <a:latin typeface="Calibri"/>
              </a:rPr>
              <a:t>Record from this deck. Switch to the Playground when a code slide appears.</a:t>
            </a:r>
          </a:p>
        </p:txBody>
      </p:sp>
      <p:sp>
        <p:nvSpPr>
          <p:cNvPr id="6" name="TextBox 5"/>
          <p:cNvSpPr txBox="1"/>
          <p:nvPr/>
        </p:nvSpPr>
        <p:spPr>
          <a:xfrm>
            <a:off x="640080" y="5120640"/>
            <a:ext cx="6766560" cy="457200"/>
          </a:xfrm>
          <a:prstGeom prst="rect">
            <a:avLst/>
          </a:prstGeom>
          <a:noFill/>
        </p:spPr>
        <p:txBody>
          <a:bodyPr wrap="none">
            <a:spAutoFit/>
          </a:bodyPr>
          <a:lstStyle/>
          <a:p>
            <a:r>
              <a:rPr sz="1500" b="0">
                <a:solidFill>
                  <a:srgbClr val="3EC6FF"/>
                </a:solidFill>
                <a:latin typeface="Calibri"/>
              </a:rPr>
              <a:t>1–2 min   ·   S02-L09-fundamentals-labs-bridge.mp4   ·   Optional video</a:t>
            </a:r>
          </a:p>
        </p:txBody>
      </p:sp>
      <p:pic>
        <p:nvPicPr>
          <p:cNvPr id="7" name="Picture 6" descr="dw-script.jpg"/>
          <p:cNvPicPr>
            <a:picLocks noChangeAspect="1"/>
          </p:cNvPicPr>
          <p:nvPr/>
        </p:nvPicPr>
        <p:blipFill>
          <a:blip r:embed="rId2"/>
          <a:stretch>
            <a:fillRect/>
          </a:stretch>
        </p:blipFill>
        <p:spPr>
          <a:xfrm>
            <a:off x="7452360" y="1325880"/>
            <a:ext cx="4160520" cy="4160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On camera</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Short section bridge — optional if you already publish Lab 03, 05, 08, and 13 as their own videos.</a:t>
            </a:r>
          </a:p>
        </p:txBody>
      </p:sp>
      <p:pic>
        <p:nvPicPr>
          <p:cNvPr id="6" name="Picture 5" descr="dw-script.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Section bridge: fundamentals labs</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Fundamentals concept videos are done.</a:t>
            </a:r>
          </a:p>
          <a:p>
            <a:pPr>
              <a:spcAft>
                <a:spcPts val="1400"/>
              </a:spcAft>
            </a:pPr>
            <a:r>
              <a:rPr sz="2200" b="0">
                <a:solidFill>
                  <a:srgbClr val="FFFFFF"/>
                </a:solidFill>
                <a:latin typeface="Calibri"/>
              </a:rPr>
              <a:t>•  Your practice is four labs, each with its own video in this section’s lab list: Lab 03 sum, Lab 05 default email, Lab 08 tax, Lab 13 grades.</a:t>
            </a:r>
          </a:p>
          <a:p>
            <a:pPr>
              <a:spcAft>
                <a:spcPts val="1400"/>
              </a:spcAft>
            </a:pPr>
            <a:r>
              <a:rPr sz="2200" b="0">
                <a:solidFill>
                  <a:srgbClr val="FFFFFF"/>
                </a:solidFill>
                <a:latin typeface="Calibri"/>
              </a:rPr>
              <a:t>•  Do not binge the solutions. Open the starter, pause, attempt, then play that lab’s video.</a:t>
            </a:r>
          </a:p>
          <a:p>
            <a:pPr>
              <a:spcAft>
                <a:spcPts val="1400"/>
              </a:spcAft>
            </a:pPr>
            <a:r>
              <a:rPr sz="2200" b="0">
                <a:solidFill>
                  <a:srgbClr val="FFFFFF"/>
                </a:solidFill>
                <a:latin typeface="Calibri"/>
              </a:rPr>
              <a:t>•  After the four labs, take the Fundamentals practice test on Udemy.</a:t>
            </a:r>
          </a:p>
        </p:txBody>
      </p:sp>
      <p:pic>
        <p:nvPicPr>
          <p:cNvPr id="6" name="Picture 5" descr="dw-script.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Next</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Stop. Do not start a new topic.</a:t>
            </a:r>
          </a:p>
        </p:txBody>
      </p:sp>
      <p:pic>
        <p:nvPicPr>
          <p:cNvPr id="6" name="Picture 5" descr="dw-script.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