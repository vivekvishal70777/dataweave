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Dynamic keys need parentheses. Diff of two objects. Last-wins dedupe. Pagination take drop.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the expression in parentheses: Without `( )`, `f.name` would be a literal key. This is a very common gotcha.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the expression in parentheses: Without `( )`, `f.name` would be a literal key. This is a very common gotcha.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approach: Harder variant: recursive diff for nested objects/arrays (walk both trees with `match` on types). Mention `dw::util::Diff::diff` if the runtime version includes it.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approach: Harder variant: recursive diff for nested objects/arrays (walk both trees with `match` on types). Mention `dw::util::Diff::diff` if the runtime version includes it.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Also: `slice(array, from, until)`, `divideBy(array, n)` for chunking (e.g. batch API calls). Mention memory: `drop`/`take` on a streamed payload may still force materialization.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Also: `slice(array, from, until)`, `divideBy(array, n)` for chunking (e.g. batch API calls). Mention memory: `drop`/`take` on a streamed payload may still force materialization.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`distinctBy` keeps the **first** match. For last-wins: Or reverse, `distinctBy`, reverse again. The `reduce` into an object keyed by id is O(n) and interview-friendly.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`distinctBy` keeps the **first** match. For last-wins: Or reverse, `distinctBy`, reverse again. The `reduce` into an object keyed by id is O(n) and interview-friendly.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Dynamic keys, diffs, last-wins, pagination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8–12 min   ·   S10-L47-dynamic-keys.mp4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Dynamic keys need parentheses. Diff of two objects. Last-wins dedupe. Pagination take drop.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Q48. How do you dynamically construct object keys?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Wrap the expression in parentheses: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Without ( ), f.name would be a literal key. This is a very common gotcha.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payload.fields reduce ((f, acc = {}) -&gt; acc ++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(f.name): f.value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Q49. How do you compare two payloads and produce a diff of changed fields?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Example approach: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Harder variant: recursive diff for nested objects/arrays (walk both trees with match on types).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Mention dw::util::Diff::diff if the runtime version includes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old = vars.oldPayload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newp = payload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namesOf(newp) filter ((k) -&gt; old[k] != newp[k]) map (k)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field: k,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from: old[k],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to: newp[k]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Q54. How do you implement pagination-style take / drop / windows on arrays?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Also: slice(array, from, until), divideBy(array, n) for chunking (e.g. batch API calls).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Mention memory: drop/take on a streamed payload may still force materialization.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* from dw::core::Arrays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page = vars.page default 1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size = vars.pageSize default 20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drop ((page - 1) * size) take size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Q55. How would you de-duplicate while keeping the last occurrence?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distinctBy keeps the first match. For last-wins: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Or reverse, distinctBy, reverse again. The reduce into an object keyed by id is O(n) and interview-friendly.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reduce ((item, acc = {}) -&gt; acc ++ { (item.id): item })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then valuesOf($)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