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Whiteboard the selector table. Dot, brackets, star, and descendant dots.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`payload.customer.name` — named key selector. - `payload[0]` — array index. - `payload["first-name"]` — key that is not a valid identifier. - `payload.*item` — multi-value selector (all `item` children, useful in XML). - `payload..id` — descendants selector (all `id` fields at any depth).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`payload.customer.name` — named key selector. - `payload[0]` — array index. - `payload["first-name"]` — key that is not a valid identifier. - `payload.*item` — multi-value selector (all `item` children, useful in XML). - `payload..id` — descendants selector (all `id` fields at any depth).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Selectors: dot, brackets, star, descendant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6–9 min   ·   S04-L15-selectors.mp4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Whiteboard the selector table. Dot, brackets, star, and descendant dots.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Q13. What is the difference between . and [] selectors?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payload.customer.name — named key selector.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payload[0] — array index.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payload["first-name"] — key that is not a valid identifier.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payload.*item — multi-value selector (all item children, useful in XML).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Q13. What is the difference between . and [] selectors?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payload..id — descendants selector (all id fields at any depth).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