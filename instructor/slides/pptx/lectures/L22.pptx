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Strings and conditionals: lab videos 06, 07, 08, 13, and 17. Lab 08 and 13 might already be recorded; you can reuse those files. Then the section quiz.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Section bridge: string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1–2 min   ·   S05-L22-string-labs-bridge.mp4   ·   Optional video</a:t>
            </a:r>
          </a:p>
        </p:txBody>
      </p:sp>
      <p:pic>
        <p:nvPicPr>
          <p:cNvPr id="7" name="Picture 6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Section bridge: string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Strings and conditionals: lab videos 06, 07, 08, 13, and 17. Lab 08 and 13 might already be recorded; you can reuse those files. Then the section quiz.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