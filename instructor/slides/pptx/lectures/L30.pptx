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 for a sum and reduce to build an object. Mention flatten versus flatMap.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 folds an array into a single value. If you omit the accumulator initializer, the first element is the seed and iteration starts at the second element.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`reduce` folds an array into a single value. If you omit the accumulator initializer, the first element is the seed and iteration starts at the second element.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`flatten` is only one level. For deeper trees, write a recursive function or flatten in steps.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`flatten` is only one level. For deeper trees, write a recursive function or flatten in steps. Type every DataWeave sample on screen. Read the header out loud: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1920240"/>
            <a:ext cx="10972800" cy="1463040"/>
          </a:xfrm>
          <a:prstGeom prst="rect">
            <a:avLst/>
          </a:prstGeom>
          <a:noFill/>
        </p:spPr>
        <p:txBody>
          <a:bodyPr wrap="square">
            <a:spAutoFit/>
          </a:bodyPr>
          <a:lstStyle/>
          <a:p>
            <a:r>
              <a:rPr sz="4400" b="1">
                <a:solidFill>
                  <a:srgbClr val="FFFFFF"/>
                </a:solidFill>
                <a:latin typeface="Calibri"/>
              </a:rPr>
              <a:t>reduce and flatten</a:t>
            </a:r>
          </a:p>
        </p:txBody>
      </p:sp>
      <p:sp>
        <p:nvSpPr>
          <p:cNvPr id="5" name="TextBox 4"/>
          <p:cNvSpPr txBox="1"/>
          <p:nvPr/>
        </p:nvSpPr>
        <p:spPr>
          <a:xfrm>
            <a:off x="640080" y="3657600"/>
            <a:ext cx="10789920" cy="1097280"/>
          </a:xfrm>
          <a:prstGeom prst="rect">
            <a:avLst/>
          </a:prstGeom>
          <a:noFill/>
        </p:spPr>
        <p:txBody>
          <a:bodyPr wrap="square">
            <a:spAutoFit/>
          </a:bodyPr>
          <a:lstStyle/>
          <a:p>
            <a:r>
              <a:rPr sz="2000" b="0">
                <a:solidFill>
                  <a:srgbClr val="B7CBDE"/>
                </a:solidFill>
                <a:latin typeface="Calibri"/>
              </a:rPr>
              <a:t>Record from this deck. Switch to the Playground when a code slide appears.</a:t>
            </a:r>
          </a:p>
        </p:txBody>
      </p:sp>
      <p:sp>
        <p:nvSpPr>
          <p:cNvPr id="6" name="TextBox 5"/>
          <p:cNvSpPr txBox="1"/>
          <p:nvPr/>
        </p:nvSpPr>
        <p:spPr>
          <a:xfrm>
            <a:off x="640080" y="5029200"/>
            <a:ext cx="10972800" cy="457200"/>
          </a:xfrm>
          <a:prstGeom prst="rect">
            <a:avLst/>
          </a:prstGeom>
          <a:noFill/>
        </p:spPr>
        <p:txBody>
          <a:bodyPr wrap="none">
            <a:spAutoFit/>
          </a:bodyPr>
          <a:lstStyle/>
          <a:p>
            <a:r>
              <a:rPr sz="1600" b="0">
                <a:solidFill>
                  <a:srgbClr val="3EC6FF"/>
                </a:solidFill>
                <a:latin typeface="Calibri"/>
              </a:rPr>
              <a:t>7–10 min   ·   S07-L30-reduce.mp4   ·   Video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Open</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reduce for a sum and reduce to build an object. Mention flatten versus flatMap.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Q23. Explain reduce. Give an example of a sum and of building an object.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reduce folds an array into a single value.</a:t>
            </a:r>
          </a:p>
          <a:p>
            <a:pPr>
              <a:spcAft>
                <a:spcPts val="1400"/>
              </a:spcAft>
            </a:pPr>
            <a:r>
              <a:rPr sz="2400" b="0">
                <a:solidFill>
                  <a:srgbClr val="FFFFFF"/>
                </a:solidFill>
                <a:latin typeface="Calibri"/>
              </a:rPr>
              <a:t>•  If you omit the accumulator initializer, the first element is the seed and iteration starts at the second element.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Type this</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[1, 2, 3] reduce ((item, acc = 0) -&gt; acc + item)   // 6</a:t>
            </a:r>
          </a:p>
          <a:p>
            <a:pPr>
              <a:spcAft>
                <a:spcPts val="200"/>
              </a:spcAft>
            </a:pPr>
            <a:r>
              <a:rPr sz="1600" b="0">
                <a:solidFill>
                  <a:srgbClr val="D7E8F5"/>
                </a:solidFill>
                <a:latin typeface="Consolas"/>
              </a:rPr>
              <a:t> </a:t>
            </a:r>
          </a:p>
          <a:p>
            <a:pPr>
              <a:spcAft>
                <a:spcPts val="200"/>
              </a:spcAft>
            </a:pPr>
            <a:r>
              <a:rPr sz="1600" b="0">
                <a:solidFill>
                  <a:srgbClr val="D7E8F5"/>
                </a:solidFill>
                <a:latin typeface="Consolas"/>
              </a:rPr>
              <a:t>payload reduce ((item, acc = {}) -&gt; acc ++ {</a:t>
            </a:r>
          </a:p>
          <a:p>
            <a:pPr>
              <a:spcAft>
                <a:spcPts val="200"/>
              </a:spcAft>
            </a:pPr>
            <a:r>
              <a:rPr sz="1600" b="0">
                <a:solidFill>
                  <a:srgbClr val="D7E8F5"/>
                </a:solidFill>
                <a:latin typeface="Consolas"/>
              </a:rPr>
              <a:t>  (item.id): item.name</a:t>
            </a:r>
          </a:p>
          <a:p>
            <a:pPr>
              <a:spcAft>
                <a:spcPts val="200"/>
              </a:spcAft>
            </a:pPr>
            <a:r>
              <a:rPr sz="1600" b="0">
                <a:solidFill>
                  <a:srgbClr val="D7E8F5"/>
                </a:solidFill>
                <a:latin typeface="Consola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Q24. How do you flatten nested arrays?</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flatten is only one level. For deeper trees, write a recursive function or flatten in 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Type this</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flatten([[1, 2], [3], [4, 5]])     // [1, 2, 3, 4,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L30</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Next</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Stop. Do not start a new topic.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