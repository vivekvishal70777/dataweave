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video for vars, functions, types, and as. Keep each beat under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`var` in the header (script-scoped) or inside a `do` block. Variables are immutable. Comments: `//` and `/* */` in header or body.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`var` in the header (script-scoped) or inside a `do` block. Variables are immutable. Comments: `//` and `/* */` in header or body.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 can be overloaded by argument types and arity.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 can be overloaded by argument types and arity.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`String`, `Boolean`, `Number`, `Date`, `DateTime`, `LocalDateTime`, `Time`, `Period`, `Regex`, `Array`, `Object`, `Null`, `Binary`, `Type`, and `Any`. Type annotations are optional but useful in interviews and modules: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`String`, `Boolean`, `Number`, `Date`, `DateTime`, `LocalDateTime`, `Time`, `Period`, `Regex`, `Array`, `Object`, `Null`, `Binary`, `Type`, and `Any`. Type annotations are optional but useful in interviews and modules: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`as` for coercion: If coercion fails, the script errors unless you use `try` / `default`.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`as` for coercion: If coercion fails, the script errors unless you use `try` / `default`.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Variables, functions, types, and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7–10 min   ·   S02-L08-var-fun-types.mp4   ·   Video</a:t>
            </a:r>
          </a:p>
        </p:txBody>
      </p:sp>
      <p:pic>
        <p:nvPicPr>
          <p:cNvPr id="7" name="Picture 6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One video for vars, functions, types, and as. Keep each beat under two minutes.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Q4. How do you declare a variable in DataWeave?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Use var in the header (script-scoped) or inside a do block.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Variables are immutable. Comments: // and /* */ in header or body.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taxRate = 0.18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total: payload.amount * (1 + taxRate)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Q5. How do you define a custom function?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Functions can be overloaded by argument types and arity.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fullName(first: String, last: String) = first ++ " " ++ last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fullName(payload.firstName, payload.lastName)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Q6. What are the main DataWeave data types?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String, Boolean, Number, Date, DateTime, LocalDateTime, Time, Period, Regex, Array, Object, Null, Binary, Type, and Any.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Type annotations are optional but useful in interviews and modules: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add(a: Number, b: Number): Number = a +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Q7. How do you convert types (as)?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Use as for coercion: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coercion fails, the script errors unless you use try / default.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payload.age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payload.createdAt as Date {format: "yyyy-MM-dd"}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as String {encoding: "UTF-8"}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