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Format labs: 11 and 12 for XML, 29 and 30 for CSV. Each is its own video. Same payload, different output MIME types. Then the Formats quiz.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Section bridge: format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1–2 min   ·   S06-L27-format-labs-bridge.mp4   ·   Optional video</a:t>
            </a:r>
          </a:p>
        </p:txBody>
      </p:sp>
      <p:pic>
        <p:nvPicPr>
          <p:cNvPr id="7" name="Picture 6" descr="dw-forma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Section bridge: format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Format labs: 11 and 12 for XML, 29 and 30 for CSV. Each is its own video. Same payload, different output MIME types. Then the Formats quiz.</a:t>
            </a:r>
          </a:p>
        </p:txBody>
      </p:sp>
      <p:pic>
        <p:nvPicPr>
          <p:cNvPr id="6" name="Picture 5" descr="dw-forma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  <p:pic>
        <p:nvPicPr>
          <p:cNvPr id="6" name="Picture 5" descr="dw-forma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