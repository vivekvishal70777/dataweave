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Format labs: 11 and 12 for XML, 29 and 30 for CSV. Each is its own video. Same payload, different output MIME types. Then the Formats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Section bridge: format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1–2 min   ·   S06-L27-format-labs-bridge.mp4   ·   Optional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Section bridge: format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Format labs: 11 and 12 for XML, 29 and 30 for CSV. Each is its own video. Same payload, different output MIME types. Then the Formats quiz.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