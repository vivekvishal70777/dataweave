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groupBy returns an object of arrays. orderBy and distinctBy on the same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`groupBy` returns an **object** whose keys are group names and values are arrays.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`groupBy` returns an **object** whose keys are group names and values are arrays.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groupBy, orderBy, distinctBy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7–10 min   ·   S07-L29-groupby.mp4   ·   Video</a:t>
            </a:r>
          </a:p>
        </p:txBody>
      </p:sp>
      <p:pic>
        <p:nvPicPr>
          <p:cNvPr id="7" name="Picture 6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returns an object of arrays. orderBy and distinctBy on the same slide.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Q22. How do groupBy, orderBy, and distinctBy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returns an object whose keys are group names and values are arrays.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byCity: payload groupBy ((c) -&gt; c.city),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sorted: payload orderBy ((c) -&gt; c.name),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unique: payload distinctBy ((c) -&gt; c.email)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