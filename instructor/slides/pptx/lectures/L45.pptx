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This concept lecture is the production story. The full recursive mask is Lab 39’s video. If Lab 39 is already recorded, keep this clip to three minutes: why we mask before logging, and the match-on-types skeleton. Students then open Lab 39.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Deep PII mask (concept)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3–6 min   ·   S10-L45-pii-concept.mp4   ·   Optional if Lab 39 exists</a:t>
            </a:r>
          </a:p>
        </p:txBody>
      </p:sp>
      <p:pic>
        <p:nvPicPr>
          <p:cNvPr id="7" name="Picture 6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Deep PII mask (concept)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concept lecture is the production story. The full recursive mask is Lab 39’s video.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Lab 39 is already recorded, keep this clip to three minutes: why we mask before logging, and the match-on-types skeleton. Students then open Lab 39.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