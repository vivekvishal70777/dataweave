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Mapping cluster A — CRM, commerce,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Record one cluster video, or one lab video each. Pause before every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Labs 59–63</a:t>
            </a:r>
          </a:p>
        </p:txBody>
      </p:sp>
      <p:pic>
        <p:nvPicPr>
          <p:cNvPr id="7" name="Picture 6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section is mapping, not new syntax.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Canonical names: orderId, lines, money — not vendor fields.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Lookups already on the payload. Never lookup inside map.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59 Salesforce Account composite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60 SAP-style GST invoice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61 Workday workers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62 Shopify to ERP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Labs in this cluster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63 Stripe + customer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After each lab hook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Show the starter fail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Read the problem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Hold this card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Then type the solution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DATAWEAVE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Close the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Point at remaining homework labs.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Quiz lives in student/quizzes.</a:t>
            </a:r>
          </a:p>
        </p:txBody>
      </p:sp>
      <p:pic>
        <p:nvPicPr>
          <p:cNvPr id="6" name="Picture 5" descr="dw-mapp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