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Hold 3–5 seconds. Do not show the solution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Mapping cluster A — CRM, commerce,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one cluster video, or one lab video each. Pause before every solution.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Labs 59–63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This section is mapping, not new syntax.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Canonical names: orderId, lines, money — not vendor fields.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Lookups already on the payload. Never lookup inside map.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59 Salesforce Account composite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60 SAP-style GST invoice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61 Workday workers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62 Shopify to ERP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Labs in this cluster (cont.)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63 Stripe + customer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D29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FFB020"/>
                </a:solidFill>
                <a:latin typeface="Calibri"/>
              </a:rPr>
              <a:t>PAUSE CARD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After each lab hook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Show the starter fail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Read the problem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Hold this card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B020"/>
                </a:solidFill>
                <a:latin typeface="Calibri"/>
              </a:rPr>
              <a:t>•  Then type the solution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DATAWEAVE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Close the cluster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Point at remaining homework labs.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Quiz lives in student/quizzes.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