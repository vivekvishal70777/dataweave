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Article voiceover optional. How to drill the eighty-question bank: cover answers, speak out loud, then uncover.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Recursive walk: Mention `dw::util::Values::mask` / `update` with cases for known paths. Hard follow-up: do not log payloads before masking.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Recursive walk: Mention `dw::util::Values::mask` / `update` with cases for known paths. Hard follow-up: do not log payloads before masking.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at sections-slash-12 lecture markdown and the reference file. Do not read all eighty on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`then` passes the left value as `$` to the right expression: Useful to name an intermediate without a `do`/`var`. `also` returns the **original** left value after a side-effect-style expression (rare in pure transforms). Prefer readable `do` blocks if chaining becomes clever rather than clear.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`then` passes the left value as `$` to the right expression: Useful to name an intermediate without a `do`/`var`. `also` returns the **original** left value after a side-effect-style expression (rare in pure transforms). Prefer readable `do` blocks if chaining becomes clever rather than clear.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How to run the 80-question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4–6 min   ·   S12-L54-question-bank.mp4   ·   Article or voiceover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Article voiceover optional. How to drill the eighty-question bank: cover answers, speak out loud, then uncover.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Q57. How do you mask PII in a payload of unknown shape?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Recursive walk: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Mention dw::util::Values::mask / update with cases for known paths. Hard follow-up: do not log payloads before masking.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secretKeys = ["ssn", "password", "email"]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fun mask(x) =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x match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o is Object -&gt; o mapObject ((v, k) -&gt;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(k): if (secretKeys contains lower(k as String)) "****" else mask(v)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})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a is Array -&gt; a map mask($)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else -&gt; x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mask(payload)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Point students at sections-slash-12 lecture markdown and the reference file. Do not read all eighty on camera.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Q56. Explain then, also, and chaining vs nested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then passes the left value as $ to the right expression: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Useful to name an intermediate without a do/var. also returns the original left value after a side-effect-style expression (rare in pure transforms).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Prefer readable do blocks if chaining becomes clever rather than clear.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filter ($.active)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then (orders) -&gt; { count: sizeOf(orders), orders: orders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