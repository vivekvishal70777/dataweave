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an orders array. Filter PAID, then map to id and total. Then explain dollar and dollar-dollar.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`$` is the current item, `$$` is the index: `payload map { index: $$, value: $ }`. - `filter` keeps elements where the predicate is `true`.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- `$` is the current item, `$$` is the index: `payload map { index: $$, value: $ }`. - `filter` keeps elements where the predicate is `true`.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Implicit parameters in function literals: - `$` — first argument (item / value) - `$$` — second (index / key depending on function) - `$$$` — third (index in `mapObject` / `pluck`) Interview tip: named parameters (`(item, index) -&gt;`) are clearer than `$`/`$$`.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Implicit parameters in function literals: - `$` — first argument (item / value) - `$$` — second (index / key depending on function) - `$$$` — third (index in `mapObject` / `pluck`) Interview tip: named parameters (`(item, index) -&gt;`) are clearer than `$`/`$$`.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map, filter, dollar and dollar-dollar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7–10 min   ·   S03-L11-map-filter.mp4   ·   Video</a:t>
            </a:r>
          </a:p>
        </p:txBody>
      </p:sp>
      <p:pic>
        <p:nvPicPr>
          <p:cNvPr id="7" name="Picture 6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Show an orders array. Filter PAID, then map to id and total. Then explain dollar and dollar-dollar.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Q8. How do map and filter work on arrays?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$ is the current item, $$ is the index: payload map { index: $$, value: $ }.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filter keeps elements where the predicate is true.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((order) -&gt; order.status == "PAID")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map ((order) -&gt;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id: order.id,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total: order.amount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Q35. Explain $, $$, and $$$ in lambdas.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$ — first argument (item / value)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$$ — second (index / key depending on function)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$$$ — third (index in mapObject / pluck)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["a", "b"] map upper($)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a: 1 } mapObject ((v, k) -&gt; { (k): v })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