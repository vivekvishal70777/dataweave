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Mapping cluster C — IAM, stock, GST, claims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Record one cluster video, or one lab video each. Pause before every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Labs 71–80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GST: CGST/SGST vs IGST by ship-from vs ship-to state.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XML namespaces stay until you map them off.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Partition restock vs refund, good vs bad rows.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Labs in this cluster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71 IdP roles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72 FIFO stock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73 India GST split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74 Loyalty points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Labs in this cluster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75 IST slots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76 BOM pick list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77 RMA split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78 Locale fallback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Labs in this cluster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79 Catalog XML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80 ICD claims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After each lab hook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Show the starter fail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Read the problem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Hold this card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Then type the solution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Close the cluster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Point at remaining homework labs.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Quiz lives in student/quizzes.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