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Mapping cluster C — IAM, stock, GST,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one cluster video, or one lab video each. Pause before every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Labs 71–80</a:t>
            </a:r>
          </a:p>
        </p:txBody>
      </p:sp>
      <p:pic>
        <p:nvPicPr>
          <p:cNvPr id="7" name="Picture 6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GST: CGST/SGST vs IGST by ship-from vs ship-to state.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XML namespaces stay until you map them off.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Partition restock vs refund, good vs bad rows.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71 IdP roles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72 FIFO stock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73 India GST split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74 Loyalty points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cluster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75 IST slots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76 BOM pick list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77 RMA split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78 Locale fallback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cluster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79 Catalog XML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80 ICD claims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After each lab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Show the starter fail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Read the problem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Hold this card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Then type the solution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Close the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Point at remaining homework labs.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Quiz lives in student/quizzes.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