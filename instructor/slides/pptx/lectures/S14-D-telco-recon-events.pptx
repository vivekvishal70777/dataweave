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Mapping cluster D — telco, recon, events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Record one cluster video, or one lab video each. Pause before every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3EC6FF"/>
                </a:solidFill>
                <a:latin typeface="Calibri"/>
              </a:rPr>
              <a:t>Labs 81–88</a:t>
            </a:r>
          </a:p>
        </p:txBody>
      </p:sp>
      <p:pic>
        <p:nvPicPr>
          <p:cNvPr id="7" name="Picture 6" descr="dw-mapp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Aggregate, then map. Do not nested-scan.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SCIM patch is merge, not replace-all.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Event-sourced balance is reduce in time order.</a:t>
            </a:r>
          </a:p>
        </p:txBody>
      </p:sp>
      <p:pic>
        <p:nvPicPr>
          <p:cNvPr id="6" name="Picture 5" descr="dw-mapp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Labs in this cluster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81 CDR minutes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82 Listings + geo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83 SCIM patch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84 Bank UTR recon</a:t>
            </a:r>
          </a:p>
        </p:txBody>
      </p:sp>
      <p:pic>
        <p:nvPicPr>
          <p:cNvPr id="6" name="Picture 5" descr="dw-mapp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Labs in this cluster (cont.)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85 Routing duration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86 Event balance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87 Tenant overlay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88 GTIN + UoM</a:t>
            </a:r>
          </a:p>
        </p:txBody>
      </p:sp>
      <p:pic>
        <p:nvPicPr>
          <p:cNvPr id="6" name="Picture 5" descr="dw-mapp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After each lab hook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Show the starter fail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Read the problem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Hold this card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Then type the solution</a:t>
            </a:r>
          </a:p>
        </p:txBody>
      </p:sp>
      <p:pic>
        <p:nvPicPr>
          <p:cNvPr id="6" name="Picture 5" descr="dw-pau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1874519"/>
            <a:ext cx="3246120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Close the cluster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Point at remaining homework labs.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Quiz lives in student/quizzes.</a:t>
            </a:r>
          </a:p>
        </p:txBody>
      </p:sp>
      <p:pic>
        <p:nvPicPr>
          <p:cNvPr id="6" name="Picture 5" descr="dw-mapp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