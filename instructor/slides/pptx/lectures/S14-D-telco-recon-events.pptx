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Mapping cluster D — telco, recon,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one cluster video, or one lab video each. Pause before every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Labs 81–88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Aggregate, then map. Do not nested-scan.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SCIM patch is merge, not replace-all.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Event-sourced balance is reduce in time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81 CDR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82 Listings + geo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83 SCIM patch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84 Bank UTR recon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cluster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85 Routing duration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86 Event balance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87 Tenant overlay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88 GTIN + UoM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After each lab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Show the starter fail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Read the problem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Hold this card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Then type the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Close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Point at remaining homework labs.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lives in student/quizzes.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