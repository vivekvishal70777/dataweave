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Hero idea: one order, many lines. This concept video; the full typing is the Lab 23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`++` and `dw::core::Objects::mergeWith`: `++` is a **shallow** merge (right key overwrites the whole nested object). `mergeWith` is the interview follow-up for **deep** merge of nested objects. Minus on objects (`payload - "password"`) drops keys. For arrays of objects, merge by `id` is Lab 49, not `++`.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`++` and `dw::core::Objects::mergeWith`: `++` is a **shallow** merge (right key overwrites the whole nested object). `mergeWith` is the interview follow-up for **deep** merge of nested objects. Minus on objects (`payload - "password"`) drops keys. For arrays of objects, merge by `id` is Lab 49, not `++`.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`flatMap` maps then flattens one level—ideal for 1-to-many expansions: This “explodes” nested line items without nested arrays in the output. Writing it as `flatten(payload.orders map ...)` is equivalent.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`flatMap` maps then flattens one level—ideal for 1-to-many expansions: This “explodes” nested line items without nested arrays in the output. Writing it as `flatten(payload.orders map ...)` is equivalent.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flatMap line items (concept)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5–8 min   ·   S07-L31-flatmap-concept.mp4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Hero idea: one order, many lines. This concept video; the full typing is the Lab 23 video.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Q25. How do you merge two objects? What happens with duplicate keys?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++ and dw::core::Objects::mergeWith: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++ is a shallow merge (right key overwrites the whole nested object). mergeWith is the interview follow-up for deep merge of nested objects.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Minus on objects (payload - "password") drops keys. For arrays of objects, merge by id is Lab 49, not ++.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mergeWith from dw::core::Objects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concat: { a: 1, b: 2 } ++ { b: 9, c: 3 },     // {a:1, b:9, c:3} — right wins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merged: { a: {x: 1} } mergeWith { a: {y: 2} } // deep merge depending on values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Q43. How do you implement flatMap / why does it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flatMap maps then flattens one level—ideal for 1-to-many expansions: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“explodes” nested line items without nested arrays in the output. Writing it as flatten(payload.orders map ...) is equivalent.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 flatMap ((order) -&gt;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order.items map (item)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orderId: order.id,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sku: item.sku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