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Live-type the hello-world script. Say each line of the header before the body. **TYPE** the Q3 script from scratch. Run it against `{ "name": "Vivek" }`.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Header: version, output MIME type, imports, functions, variables. - `---` separates header from body. - Body: the expression that becomes the output payload.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Header: version, output MIME type, imports, functions, variables. - `---` separates header from body. - Body: the expression that becomes the output payload.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Script structure: header, output, 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5–8 min   ·   S02-L07-script-structure.mp4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Live-type the hello-world script. Say each line of the header before the body.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TYPE the Q3 script from scratch. Run it against { "name": "Vivek" }.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Q3. What is the basic structure of a DataWeave script?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Header: version, output MIME type, imports, functions, variables.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--- separates header from body.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Body: the expression that becomes the output payload.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greeting: "Hello " ++ payload.name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