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 with `instructor/` hidden. Expand `student/labs/01-fundamentals/01-map-salesforce-contact-to-a-shorter-api-shape/`.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is the student pack you download from Udemy. You will live in student, not instructor. student/labs has five folders: fundamentals, intermediate, advanced, industry, mapping. Labs are numbered 01 through 88. Each lab is a folder: README, input, and transform.dwl. I am opening Lab 01. README states the problem, the input, and the expected JSON. input.json is the payload. transform.dwl is the starter — it should just pass payload through, which is the wrong shape. That is on purpose. Quizzes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is the student pack you download from Udemy. You will live in student, not instructor. student/labs has five folders: fundamentals, intermediate, advanced, industry, mapping. Labs are numbered 01 through 88. Each lab is a folder: README, input, and transform.dwl. I am opening Lab 01. README states the problem, the input, and the expected JSON. input.json is the payload. transform.dwl is the starter — it should just pass payload through, which is the wrong shape. That is on purpose. Quizzes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is the student pack you download from Udemy. You will live in student, not instructor. student/labs has five folders: fundamentals, intermediate, advanced, industry, mapping. Labs are numbered 01 through 88. Each lab is a folder: README, input, and transform.dwl. I am opening Lab 01. README states the problem, the input, and the expected JSON. input.json is the payload. transform.dwl is the starter — it should just pass payload through, which is the wrong shape. That is on purpose. Quizzes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Tour of the student lab folder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3–5 min   ·   S01-L04-student-folder.mp4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On camera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IDE with instructor/ hidden. Expand student/labs/01-fundamentals/01-map-salesforce-contact-to-a-shorter-api-shape/.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Talking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the student pack you download from Udemy. You will live in student, not instructor.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student/labs has five folders: fundamentals, intermediate, advanced, industry, mapping. Labs are numbered 01 through 88.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Each lab is a folder: README, input, and transform.dwl.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 am opening Lab 01.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Talking points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README states the problem, the input, and the expected JSON. input.json is the payload. transform.dwl is the starter — it should just pass payload through, which is the wrong shape.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is on purpose.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Quizzes live under student/quizzes. No answers there. The cheat sheet and whiteboard list are under student/resources.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Do not hunt for solutions in this zip. Solutions are either on camera after the pause card, or in a solutions pack at the very end of the course.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Talking points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Your job after this video: open Lab 01 in the Playground, paste the input, and wait for the Lab 01 video — or skip ahead only if you already finished the attempt.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Next section: what DataWeave actually is in Mule 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