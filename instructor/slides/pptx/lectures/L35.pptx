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now, format, parse, period literals with pipes. Lab 28 is the format drill.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Date literals use pipes: `|2026-08-20|`, `|P7D|` (ISO-8601 periods). Prefer injecting time as a field (Lab 28) over `now()` in reusable modules. Timezones: `DateTime` has an offset; `LocalDateTime` does not. Shift with `payload.ts as DateTime &gt;&gt; "Asia/Kolkata"`. More helpers: `dw::core::Dates` (`daysBetween`, `atBeginningOfDay`) — Q66–Q67.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Date literals use pipes: `|2026-08-20|`, `|P7D|` (ISO-8601 periods). Prefer injecting time as a field (Lab 28) over `now()` in reusable modules. Timezones: `DateTime` has an offset; `LocalDateTime` does not. Shift with `payload.ts as DateTime &gt;&gt; "Asia/Kolkata"`. More helpers: `dw::core::Dates` (`daysBetween`, `atBeginningOfDay`) — Q66–Q67.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Dates, formats, and periods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6–9 min   ·   S08-L35-dates.mp4   ·   Video</a:t>
            </a:r>
          </a:p>
        </p:txBody>
      </p:sp>
      <p:pic>
        <p:nvPicPr>
          <p:cNvPr id="7" name="Picture 6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now, format, parse, period literals with pipes. Lab 28 is the format drill.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Q30. How do you work with dates and periods?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Date literals use pipes: |2026-08-20|, |P7D| (ISO-8601 periods). Prefer injecting time as a field (Lab 28) over now() in reusable modules.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Timezones: DateTime has an offset; LocalDateTime does not. Shift with payload.ts as DateTime &gt;&gt; "Asia/Kolkata".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More helpers: dw::core::Dates (daysBetween, atBeginningOfDay) — Q66–Q67.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today: now(),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formatted: now() as String {format: "dd-MMM-yyyy"},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parsed: "2026-08-20" as Date {format: "yyyy-MM-dd"},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nextWeek: (now() as Date) + |P7D|,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ageDays: |P1Y2M| 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