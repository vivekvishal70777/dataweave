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Merge plus-plus, update on Mule 4.3, and do blocks for local vars.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`update` operator (DataWeave 2.3+ / Mule 4.3+): This is preferred in interviews over copying every field by hand.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`update` operator (DataWeave 2.3+ / Mule 4.3+): This is preferred in interviews over copying every field by hand.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`do` creates a local scope for `var` / `fun` so the header stays clean. Use it for intermediate values inside `map`/`filter`.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`do` creates a local scope for `var` / `fun` so the header stays clean. Use it for intermediate values inside `map`/`filter`.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`filterObject` keeps entries where the predicate is true. `dw::util::Values::mask` is another option for hiding fields.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`filterObject` keeps entries where the predicate is true. `dw::util::Values::mask` is another option for hiding fields.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Merge, update, and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7–10 min   ·   S07-L32-merge-update-do.mp4   ·  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Merge plus-plus, update on Mule 4.3, and do blocks for local vars.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Q26. How do you update a nested field without rebuilding the whole object?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Use the update operator (DataWeave 2.3+ / Mule 4.3+):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preferred in interviews over copying every field by hand.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update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.customer.address.city -&gt; upper($)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.items[0].qty -&gt; $ + 1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Q27. What is a do block and why is it useful?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do creates a local scope for var / fun so the header stays clean.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Use it for intermediate values inside map/filter.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payload.orders map (order) -&gt; do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var tax = order.amount * 0.18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id: order.id, total: order.amount + tax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Q36. How do you filter object keys dynamically?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filterObject keeps entries where the predicate is true. dw::util::Values::mask is another option for hiding fields.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* from dw::core::Objects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filterObject ((value, key) -&gt; !(["password", "ssn"] contains (key as String)))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