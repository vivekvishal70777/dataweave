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Date and match labs: 27, 28, 33, and 52. Lab 27 mixed formats is the interview favorite — give it a full video. Then the section quiz.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Section bridge: date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1–2 min   ·   S08-L37-date-labs-bridge.mp4   ·   Optional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Section bridge: date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Date and match labs: 27, 28, 33, and 52. Lab 27 mixed formats is the interview favorite — give it a full video. Then the section quiz.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