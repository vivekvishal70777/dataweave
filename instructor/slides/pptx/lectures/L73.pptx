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XML ns, YAML/Excel/flat file, Values mask, boolean precedence, two-field sort, DW vs For Each vs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 `xmlns="http://acme.com/order"` still needs `ns ord http://acme.com/order` and `ord#PurchaseOrder` in DW — the prefix is yours, the URI must match. CDATA usually becomes element text. Mixed content (`&lt;note&gt;Pay &lt;b&gt;now&lt;/b&gt;&lt;/note&gt;`) is messy; normalize with `trim` + `.*` children or refuse it in the contract. SOAP: always walk `Envelope/Body` (Lab 41).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DataWeave is MIME-driven. `application/yaml` is supported on current runtimes. Excel (`application/xlsx`) usually needs the **Excel module** / File connector, then DW on the sheet rows. EDI / fixed-width uses **flat file** schemas (`application/flatfile`), not ad-hoc `splitBy`. Playground may not offer every MIME — say that, then: set the reader MIME and map to canonical JSON. Do not parse XLSX by splitting strings.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`mask` / `update` with known **paths** is best when the schema is stable (`case .customer.ssn -&gt; "****"`). Recursive `match` on types (Lab 39) is required when **key names** appear at unknown depth (`email`, `ssn`, `accessToken`). Interview both. Never log before masking.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`and`, `or`, `not` — not Java `&amp;&amp;` / `||` / `!`. `not` binds tightest, then `and`, then `or`. Always parenthesize mixed conditions: `if` without `else` is illegal — every `if` is an expression (Q12).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`and`, `or`, `not` — not Java `&amp;&amp;` / `||` / `!`. `not` binds tightest, then `and`, then `or`. Always parenthesize mixed conditions: `if` without `else` is illegal — every `if` is an expression (Q12).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`orderBy` is one key. Descending numbers: `-o.amount`. Multi-field: a **composite key** (or sort by the less-significant key first, then the primary — only if the runtime’s `orderBy` is stable, which you should not bet on in interviews). Safer: Cleaner production: `orderBy ((o) -&gt; o.region)` then group and sort each bucket. Name the trap: two sequential `orderBy` calls do **not** automatically mean SQL `ORDER BY a, b`.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`orderBy` is one key. Descending numbers: `-o.amount`. Multi-field: a **composite key** (or sort by the less-significant key first, then the primary — only if the runtime’s `orderBy` is stable, which you should not bet on in interviews). Safer: Cleaner production: `orderBy ((o) -&gt; o.region)` then group and sort each bucket. Name the trap: two sequential `orderBy` calls do **not** automatically mean SQL `ORDER BY a, b`.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`orderBy` is one key. Descending numbers: `-o.amount`. Multi-field: a **composite key** (or sort by the less-significant key first, then the primary — only if the runtime’s `orderBy` is stable, which you should not bet on in interviews). Safer: Cleaner production: `orderBy ((o) -&gt; o.region)` then group and sort each bucket. Name the trap: two sequential `orderBy` calls do **not** automatically mean SQL `ORDER BY a, b`.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Tool | Use | | --- | --- | | **DataWeave** | CPU-bound mapping, no I/O, streaming-friendly `map`/`filter` | | **For Each** | Per-item **connector** calls (accept N+1 or collection-in) | | **Batch Job** | Large files, aggregators, per-record retries, until-successful | | **Java** | Libraries DW cannot express (special crypto, vendor SDK) | Anti-pattern: `lookup` or HTTP inside `map` (Q40). Anti-pattern: Batch when a single Transform + streaming would do.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XML ns extras, Excel/YAML, DW vs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S13-L73-mime-and-architecture.mp4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XML ns, YAML/Excel/flat file, Values mask, boolean precedence, two-field sort, DW vs For Each vs Batch.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Q75. Default XML namespaces, CDATA, mixed content?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Default xmlns="http://acme.com/order" still needs ns ord http://acme.com/order and ord#PurchaseOrder in DW — the prefix is yours, the URI must match.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CDATA usually becomes element text. Mixed content (&lt;note&gt;Pay &lt;b&gt;now&lt;/b&gt;&lt;/note&gt;) is messy; normalize with trim + .* children or refuse it in the contract.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SOAP: always walk Envelope/Body (Lab 41).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Q76. YAML, Excel, and flat file — does DataWeave do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DataWeave is MIME-driven. application/yaml is supported on current runtimes.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Excel (application/xlsx) usually needs the Excel module / File connector, then DW on the sheet rows.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EDI / fixed-width uses flat file schemas (application/flatfile), not ad-hoc splitBy.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Playground may not offer every MIME — say that, then: set the reader MIME and map to canonical JSON. Do not parse XLSX by splitting strings.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Q77. dw::util::Values::mask vs recursive mask?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mask / update with known paths is best when the schema is stable (case .customer.ssn -&gt; "****").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Recursive match on types (Lab 39) is required when key names appear at unknown depth (email, ssn, accessToken). Interview both.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Never log before masking.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Q78. Boolean operators and precedence?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and, or, not — not Java &amp;&amp; / || / !. not binds tightest, then and, then or. Always parenthesize mixed conditions: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without else is illegal — every if is an expression (Q12).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(lower(o.status) == "paid") and ((o.amount as Number) &gt; 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Q79. How do you sort by two fields (region, then amount desc)?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orderBy is one key. Descending numbers: -o.amount.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Multi-field: a composite key (or sort by the less-significant key first, then the primary — only if the runtime’s orderBy is stable, which you should not bet on in interviews).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Safer: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Cleaner production: orderBy ((o) -&gt; o.region) then group and sort each bucket.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Q79. How do you sort by two fields (region, then amount desc)?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Name the trap: two sequential orderBy calls do not automatically mean SQL ORDER BY a, 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orderBy ((o) -&gt; o.region ++ "|" ++ leftPad((100000000 - (o.amount as Number)) as String, 12, "0"))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Q80. DataWeave vs For Each vs Batch Job vs Java?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Anti-pattern: lookup or HTTP inside map (Q40). Anti-pattern: Batch when a single Transform + streaming would 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