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Streaming works for one-pass map and filter. List what breaks it. Do not only say it 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large JSON/XML/CSV, DataWeave can stream if the script is **incremental** (e.g. `payload map ...` without needing the whole document). Streaming **breaks** when you: - Use `sizeOf(payload)`, `orderBy`, `groupBy`, `distinctBy`, `reduce` on the whole payload - Access the same payload twice - Use random index access on the full array - Convert the entire payload to String Interview talking point: design maps as **one-pass** `map`/`filter` when files are large; set streaming in the MIME type / reader config.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Streaming: what breaks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6–9 min   ·   S11-L50-streaming.mp4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Streaming works for one-pass map and filter. List what breaks it. Do not only say it streams.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Q41. How does DataWeave streaming work? When does it break?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sizeOf(payload), orderBy, groupBy, distinctBy, reduce on the whole payload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Access the same payload twice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random index access on the full array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Convert the entire payload to String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