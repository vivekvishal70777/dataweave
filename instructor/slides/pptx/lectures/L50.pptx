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Streaming works for one-pass map and filter. List what breaks it. Do not only say it streams.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large JSON/XML/CSV, DataWeave can stream if the script is **incremental** (e.g. `payload map ...` without needing the whole document). Streaming **breaks** when you: - Use `sizeOf(payload)`, `orderBy`, `groupBy`, `distinctBy`, `reduce` on the whole payload - Access the same payload twice - Use random index access on the full array - Convert the entire payload to String Interview talking point: design maps as **one-pass** `map`/`filter` when files are large; set streaming in the MIME type / reader config. Type every DataWeave sample on screen. Read the header out loud: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L50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675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Streaming: what breaks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7CBDE"/>
                </a:solidFill>
                <a:latin typeface="Calibri"/>
              </a:rPr>
              <a:t>Record from this deck. Switch to the Playground when a code slide appears.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0"/>
            <a:ext cx="6766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3EC6FF"/>
                </a:solidFill>
                <a:latin typeface="Calibri"/>
              </a:rPr>
              <a:t>6–9 min   ·   S11-L50-streaming.mp4   ·   Video</a:t>
            </a:r>
          </a:p>
        </p:txBody>
      </p:sp>
      <p:pic>
        <p:nvPicPr>
          <p:cNvPr id="7" name="Picture 6" descr="dw-stream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L50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Open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Streaming works for one-pass map and filter. List what breaks it. Do not only say it streams.</a:t>
            </a:r>
          </a:p>
        </p:txBody>
      </p:sp>
      <p:pic>
        <p:nvPicPr>
          <p:cNvPr id="6" name="Picture 5" descr="dw-stream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L50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Q41. How does DataWeave streaming work? When does it break?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Use sizeOf(payload), orderBy, groupBy, distinctBy, reduce on the whole payload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Access the same payload twice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Use random index access on the full array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Convert the entire payload to String</a:t>
            </a:r>
          </a:p>
        </p:txBody>
      </p:sp>
      <p:pic>
        <p:nvPicPr>
          <p:cNvPr id="6" name="Picture 5" descr="dw-stream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L50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Stop. Do not start a new topic.</a:t>
            </a:r>
          </a:p>
        </p:txBody>
      </p:sp>
      <p:pic>
        <p:nvPicPr>
          <p:cNvPr id="6" name="Picture 5" descr="dw-stream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