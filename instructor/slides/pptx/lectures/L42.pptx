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PowerPoint Slide Show (F5). Share this window. Switch to Playground on code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from DataWeave is possible. lookup inside map is the anti-pattern. Name N-plus-one.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invoke static methods and, with care, instance methods. Prefer pure DataWeave for transformations. Use Java for libraries you cannot reproduce (special crypto, proprietary parsers). Java calls add coupling and can hurt streaming/performance. Type every DataWeave sample on screen. Read the header out loud: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invoke static methods and, with care, instance methods. Prefer pure DataWeave for transformations. Use Java for libraries you cannot reproduce (special crypto, proprietary parsers). Java calls add coupling and can hurt streaming/performance. Type every DataWeave sample on screen. Read the header out loud: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 `lookup` (from `dw::Runtime` / Mule functions) invokes **another flow** and returns its payload—useful for enrichment, but it is synchronous and expensive. Prefer **lookup tables as objects**, `groupBy`, database/HTTP connectors **outside** Transform Message, or `Mule::p()` for config. Mention in interviews: do not hide heavy I/O inside every `map` iteration if you can batch it. Type every DataWeave sample on screen. Read the header out loud: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 `lookup` (from `dw::Runtime` / Mule functions) invokes **another flow** and returns its payload—useful for enrichment, but it is synchronous and expensive. Prefer **lookup tables as objects**, `groupBy`, database/HTTP connectors **outside** Transform Message, or `Mule::p()` for config. Mention in interviews: do not hide heavy I/O inside every `map` iteration if you can batch it. Type every DataWeave sample on screen. Read the header out loud: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L42</a:t>
            </a:r>
          </a:p>
        </p:txBody>
      </p:sp>
      <p:sp>
        <p:nvSpPr>
          <p:cNvPr id="4" name="TextBox 3"/>
          <p:cNvSpPr txBox="1"/>
          <p:nvPr/>
        </p:nvSpPr>
        <p:spPr>
          <a:xfrm>
            <a:off x="640080" y="1920240"/>
            <a:ext cx="10972800" cy="1463040"/>
          </a:xfrm>
          <a:prstGeom prst="rect">
            <a:avLst/>
          </a:prstGeom>
          <a:noFill/>
        </p:spPr>
        <p:txBody>
          <a:bodyPr wrap="square">
            <a:spAutoFit/>
          </a:bodyPr>
          <a:lstStyle/>
          <a:p>
            <a:r>
              <a:rPr sz="4400" b="1">
                <a:solidFill>
                  <a:srgbClr val="FFFFFF"/>
                </a:solidFill>
                <a:latin typeface="Calibri"/>
              </a:rPr>
              <a:t>Why not lookup or Java inside every map</a:t>
            </a:r>
          </a:p>
        </p:txBody>
      </p:sp>
      <p:sp>
        <p:nvSpPr>
          <p:cNvPr id="5" name="TextBox 4"/>
          <p:cNvSpPr txBox="1"/>
          <p:nvPr/>
        </p:nvSpPr>
        <p:spPr>
          <a:xfrm>
            <a:off x="640080" y="3657600"/>
            <a:ext cx="10789920" cy="1097280"/>
          </a:xfrm>
          <a:prstGeom prst="rect">
            <a:avLst/>
          </a:prstGeom>
          <a:noFill/>
        </p:spPr>
        <p:txBody>
          <a:bodyPr wrap="square">
            <a:spAutoFit/>
          </a:bodyPr>
          <a:lstStyle/>
          <a:p>
            <a:r>
              <a:rPr sz="2000" b="0">
                <a:solidFill>
                  <a:srgbClr val="B7CBDE"/>
                </a:solidFill>
                <a:latin typeface="Calibri"/>
              </a:rPr>
              <a:t>Record from this deck. Switch to the Playground when a code slide appears.</a:t>
            </a:r>
          </a:p>
        </p:txBody>
      </p:sp>
      <p:sp>
        <p:nvSpPr>
          <p:cNvPr id="6" name="TextBox 5"/>
          <p:cNvSpPr txBox="1"/>
          <p:nvPr/>
        </p:nvSpPr>
        <p:spPr>
          <a:xfrm>
            <a:off x="640080" y="5029200"/>
            <a:ext cx="10972800" cy="457200"/>
          </a:xfrm>
          <a:prstGeom prst="rect">
            <a:avLst/>
          </a:prstGeom>
          <a:noFill/>
        </p:spPr>
        <p:txBody>
          <a:bodyPr wrap="none">
            <a:spAutoFit/>
          </a:bodyPr>
          <a:lstStyle/>
          <a:p>
            <a:r>
              <a:rPr sz="1600" b="0">
                <a:solidFill>
                  <a:srgbClr val="3EC6FF"/>
                </a:solidFill>
                <a:latin typeface="Calibri"/>
              </a:rPr>
              <a:t>6–9 min   ·   S09-L42-no-n-plus-one.mp4   ·   Video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L42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Open</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Java from DataWeave is possible. lookup inside map is the anti-pattern. Name N-plus-one.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L42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Q38. How do you call Java from DataWeave? When should you not?</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You can invoke static methods and, with care, instance methods. Prefer pure DataWeave for transformations.</a:t>
            </a:r>
          </a:p>
          <a:p>
            <a:pPr>
              <a:spcAft>
                <a:spcPts val="1400"/>
              </a:spcAft>
            </a:pPr>
            <a:r>
              <a:rPr sz="2400" b="0">
                <a:solidFill>
                  <a:srgbClr val="FFFFFF"/>
                </a:solidFill>
                <a:latin typeface="Calibri"/>
              </a:rPr>
              <a:t>•  Use Java for libraries you cannot reproduce (special crypto, proprietary parsers). Java calls add coupling and can hurt streaming/performance.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L42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Type this</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%dw 2.0</a:t>
            </a:r>
          </a:p>
          <a:p>
            <a:pPr>
              <a:spcAft>
                <a:spcPts val="200"/>
              </a:spcAft>
            </a:pPr>
            <a:r>
              <a:rPr sz="1600" b="0">
                <a:solidFill>
                  <a:srgbClr val="D7E8F5"/>
                </a:solidFill>
                <a:latin typeface="Consolas"/>
              </a:rPr>
              <a:t>import java!java::util::UUID</a:t>
            </a:r>
          </a:p>
          <a:p>
            <a:pPr>
              <a:spcAft>
                <a:spcPts val="200"/>
              </a:spcAft>
            </a:pPr>
            <a:r>
              <a:rPr sz="1600" b="0">
                <a:solidFill>
                  <a:srgbClr val="D7E8F5"/>
                </a:solidFill>
                <a:latin typeface="Consolas"/>
              </a:rPr>
              <a:t>output application/json</a:t>
            </a:r>
          </a:p>
          <a:p>
            <a:pPr>
              <a:spcAft>
                <a:spcPts val="200"/>
              </a:spcAft>
            </a:pPr>
            <a:r>
              <a:rPr sz="1600" b="0">
                <a:solidFill>
                  <a:srgbClr val="D7E8F5"/>
                </a:solidFill>
                <a:latin typeface="Consolas"/>
              </a:rPr>
              <a:t>---</a:t>
            </a:r>
          </a:p>
          <a:p>
            <a:pPr>
              <a:spcAft>
                <a:spcPts val="200"/>
              </a:spcAft>
            </a:pPr>
            <a:r>
              <a:rPr sz="1600" b="0">
                <a:solidFill>
                  <a:srgbClr val="D7E8F5"/>
                </a:solidFill>
                <a:latin typeface="Consolas"/>
              </a:rPr>
              <a:t>{</a:t>
            </a:r>
          </a:p>
          <a:p>
            <a:pPr>
              <a:spcAft>
                <a:spcPts val="200"/>
              </a:spcAft>
            </a:pPr>
            <a:r>
              <a:rPr sz="1600" b="0">
                <a:solidFill>
                  <a:srgbClr val="D7E8F5"/>
                </a:solidFill>
                <a:latin typeface="Consolas"/>
              </a:rPr>
              <a:t>  id: UUID::randomUUID() as String</a:t>
            </a:r>
          </a:p>
          <a:p>
            <a:pPr>
              <a:spcAft>
                <a:spcPts val="200"/>
              </a:spcAft>
            </a:pPr>
            <a:r>
              <a:rPr sz="1600" b="0">
                <a:solidFill>
                  <a:srgbClr val="D7E8F5"/>
                </a:solidFill>
                <a:latin typeface="Consolas"/>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L42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Q40. How do you use lookup (Mule 4) vs DataWeave-only alternatives?</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Flow lookup (from dw::Runtime / Mule functions) invokes another flow and returns its payload—useful for enrichment, but it is synchronous and expensive.</a:t>
            </a:r>
          </a:p>
          <a:p>
            <a:pPr>
              <a:spcAft>
                <a:spcPts val="1400"/>
              </a:spcAft>
            </a:pPr>
            <a:r>
              <a:rPr sz="2400" b="0">
                <a:solidFill>
                  <a:srgbClr val="FFFFFF"/>
                </a:solidFill>
                <a:latin typeface="Calibri"/>
              </a:rPr>
              <a:t>•  Prefer lookup tables as objects, groupBy, database/HTTP connectors outside Transform Message, or Mule::p() for config.</a:t>
            </a:r>
          </a:p>
          <a:p>
            <a:pPr>
              <a:spcAft>
                <a:spcPts val="1400"/>
              </a:spcAft>
            </a:pPr>
            <a:r>
              <a:rPr sz="2400" b="0">
                <a:solidFill>
                  <a:srgbClr val="FFFFFF"/>
                </a:solidFill>
                <a:latin typeface="Calibri"/>
              </a:rPr>
              <a:t>•  Mention in interviews: do not hide heavy I/O inside every map iteration if you can batch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L42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Type this</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lookup("get-customer-flow", { id: payload.customerId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L42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Next</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Stop. Do not start a new topic.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