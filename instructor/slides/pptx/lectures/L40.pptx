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modules. Transform Message versus hash-bracket expressions.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Built-in modules include `dw::Core`, `dw::core::Strings`, `Arrays`, `Objects`, `Dates`, `Periods`, `Binaries`, `URL`, `Crypto`, `Runtime`, `dw::util::Values`. Custom modules are `.dwl` files under `src/main/resources/modules`.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Built-in modules include `dw::Core`, `dw::core::Strings`, `Arrays`, `Objects`, `Dates`, `Periods`, `Binaries`, `URL`, `Crypto`, `Runtime`, `dw::util::Values`. Custom modules are `.dwl` files under `src/main/resources/modules`.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`matches` uses a regular expression against the whole string. For partial regex, use `payload find /pattern/` or `contains` for substrings.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`matches` uses a regular expression against the whole string. For partial regex, use `payload find /pattern/` or `contains` for substrings.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Modules and Transform Message vs hash-bracket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6–9 min   ·   S09-L40-modules.mp4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import modules. Transform Message versus hash-bracket expressions.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Q34. What are DataWeave modules? How do you import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Built-in modules include dw::Core, dw::core::Strings, Arrays, Objects, Dates, Periods, Binaries, URL, Crypto, Runtime, dw::util::Values.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Custom modules are .dwl files under src/main/resources/modules.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dw::core::Strings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someFun from modules::MyModule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Arrays.drop(payload, 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Q39. What is the difference between startsWith, contains, and matches?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matches uses a regular expression against the whole string. For partial regex, use payload find /pattern/ or contains for substrings.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"MuleSoft" startsWith "Mule"     // true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["a", "b"] contains "a"          // true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"abc123" matches /[a-z]+[0-9]+/  // true (full match vs regex)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