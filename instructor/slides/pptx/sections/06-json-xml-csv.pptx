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Change output MIME type and produce a single XML root.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and write XML attributes.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Round-trip CSV with headers and number coercion.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JSON to XML (single root). SOAP/namespaces wait until the advanced section.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Stress: XML needs one root; CSV keys become headers.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11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12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29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30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Teach the concept, then demo, then lab. Use these Q&amp;A as the phrases to say on camera — not as a second lecture series.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 20–40s “if they ask this in an interview…” close per video is enough.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 Change the output MIME type and shape the tree: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JSON to XML needs a single root.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XML to JSON is the reverse: output application/json and select elements/attributes (payload.orders.order.@id for attributes).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---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Answer: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CSV is typically read as an array of objects (header row = keys). Reader properties: header=true, separator=";", quoteValues=true.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orders: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order: 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amount: $.amount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06-JSON-XML-CSV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