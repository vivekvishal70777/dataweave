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04-OBJECTS-NULLS-AND-SELECTORS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04-OBJECTS-NULLS-AND-SELECTORS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Choose . vs [] vs .* vs ...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Handle missing data with default and ?.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Transform objects with mapObject and pluck.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04-OBJECTS-NULLS-AND-SELECTORS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Whiteboard the selector table from Q13.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Show skipNullOn from Q20 as a writer-property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04-OBJECTS-NULLS-AND-SELECTORS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04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05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16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04-OBJECTS-NULLS-AND-SELECTORS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payload.customer.name — named key selector.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payload[0] — array index.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payload["first-name"] — key that is not a valid identifier.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payload.*item — multi-value selector (all item children, useful in XML).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04-OBJECTS-NULLS-AND-SELECTORS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talking points for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payload..id — descendants selector (all id fields at any depth).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indent=false — compact JSON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duplicateKeyAsArray=true — XML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header=true / separator="," — CSV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04-OBJECTS-NULLS-AND-SELECTORS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a: 1, b: 2 } pluck ((value, key, index) -&gt; { k: key, v: value 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[{k: "a", v: 1}, {k: "b", v: 2}]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04-OBJECTS-NULLS-AND-SELECTORS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