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Hit this slide on section openers so students remember the gym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04-OBJECTS-NULLS-AND-SELECTORS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Objects, nulls, and selectors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Section opener. Then jump into the concept videos and labs.</a:t>
            </a:r>
          </a:p>
        </p:txBody>
      </p:sp>
      <p:pic>
        <p:nvPicPr>
          <p:cNvPr id="6" name="Picture 5" descr="dw-objec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04-OBJECTS-NULLS-AND-SELECTORS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Choose . vs [] vs .* vs ...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Handle missing data with default and ?.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Transform objects with mapObject and pluck.</a:t>
            </a:r>
          </a:p>
        </p:txBody>
      </p:sp>
      <p:pic>
        <p:nvPicPr>
          <p:cNvPr id="6" name="Picture 5" descr="dw-objec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04-OBJECTS-NULLS-AND-SELECTORS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Suggested video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Whiteboard the selector table from Q13.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Show skipNullOn from Q20 as a writer-property demo.</a:t>
            </a:r>
          </a:p>
        </p:txBody>
      </p:sp>
      <p:pic>
        <p:nvPicPr>
          <p:cNvPr id="6" name="Picture 5" descr="dw-objec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04-OBJECTS-NULLS-AND-SELECTORS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Labs in this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04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05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16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18</a:t>
            </a:r>
          </a:p>
        </p:txBody>
      </p:sp>
      <p:pic>
        <p:nvPicPr>
          <p:cNvPr id="6" name="Picture 5" descr="dw-objec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04-OBJECTS-NULLS-AND-SELECTORS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talking points for this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payload.customer.name — named key selector.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payload[0] — array index.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payload["first-name"] — key that is not a valid identifier.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payload.*item — multi-value selector (all item children, useful in XML).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04-OBJECTS-NULLS-AND-SELECTORS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talking points for this section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payload..id — descendants selector (all id fields at any depth).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indent=false — compact JSON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duplicateKeyAsArray=true — XML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header=true / separator="," — CSV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04-OBJECTS-NULLS-AND-SELECTORS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talking points for this section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 a: 1, b: 2 } pluck ((value, key, index) -&gt; { k: key, v: value })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// [{k: "a", v: 1}, {k: "b", v: 2}]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04-OBJECTS-NULLS-AND-SELECTORS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— one idea, 3–7 minutes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Pause — hold the card, students try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— type from the starter, not the solution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Quiz — Udemy practice test, no video</a:t>
            </a:r>
          </a:p>
        </p:txBody>
      </p:sp>
      <p:pic>
        <p:nvPicPr>
          <p:cNvPr id="6" name="Picture 5" descr="dw-lo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965960"/>
            <a:ext cx="3108960" cy="3108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