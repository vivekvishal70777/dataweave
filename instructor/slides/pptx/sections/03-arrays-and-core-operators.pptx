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Hit this slide on section openers so students remember the gym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03-ARRAYS-AND-CORE-OPERATORS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Arrays: map, filter, and indexes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Section opener. Then jump into the concept videos and labs.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03-ARRAYS-AND-CORE-OPERATORS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Use map, filter, $ / $$, sizeOf, isEmpty, and flatten.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Explain when named lambda parameters are clearer than $.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03-ARRAYS-AND-CORE-OPERATORS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Suggested video breakdown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Demo Lab 01 (map shape) and Lab 02 (filter) on camera.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Assign Labs 09–10, 14–15 as homework.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03-ARRAYS-AND-CORE-OPERATORS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Labs in this 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Lab 01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Lab 02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Lab 09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Lab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03-ARRAYS-AND-CORE-OPERATORS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Labs in this section (cont.)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Lab 14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Lab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03-ARRAYS-AND-CORE-OPERATORS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talking points for this 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$ is the current item, $$ is the index: payload map { index: $$, value: $ }.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filter keeps elements where the predicate is true.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$ — first argument (item / value)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$$ — second (index / key depending on function)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03-ARRAYS-AND-CORE-OPERATORS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talking points for this section (cont.)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$$$ — third (index in mapObject / pluck)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03-ARRAYS-AND-CORE-OPERATORS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talking points for this section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payload.orders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filter ((order) -&gt; order.status == "PAID")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map ((order) -&gt;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id: order.id,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total: order.amount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})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03-ARRAYS-AND-CORE-OPERATORS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Concept — one idea, 3–7 minutes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Pause — hold the card, students try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Lab — type from the starter, not the solution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Quiz — Udemy practice test, no video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