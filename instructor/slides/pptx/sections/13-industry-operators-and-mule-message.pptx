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Arrays helpers: maxBy, firstWith, zip, ranges.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Shift timezones; replace/find; Transform Message multiple targets.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Distinguish try vs Mule On Error, Java MIME, and DW vs Batch vs For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These are the production topics the first 60 questions only hinted at.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Demo Lab 55 (maxBy) and Lab 56 (IST). Assign zip and TM dual-target as homework.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55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56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57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Teach the concept, then demo, then lab. Use these Q&amp;A as the phrases to say on camera — not as a second lecture series.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20–40s “if they ask this in an interview…” close per video is enough.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 Import dw::core::Arrays (Mule 4.3+ / current core):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maxBy / minBy return the item, not the number. Empty arrays: guard with isEmpty or default.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[0 to 2] is inclusive.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Out-of-range indexes are safer than Java (often empty, not an exception) — still do not assume that in every runtime; prefer slice / take / drop in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richest: payload maxBy $.amount,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cheapest: payload minBy $.amount,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firstPaid: payload firstWith ((o) -&gt; o.status == "PAID"),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anyOver: payload some ((o) -&gt; (o.amount as Number) &gt; 1000),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allPositive: payload every ((o) -&gt; (o.amount as Number) &gt; 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idx: indexOf(payload, ((o) -&gt; o.id == "O1")),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countPaid: payload countBy ((o) -&gt; o.status == "PAID")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13-INDUSTRY-OPERATORS-AND-MULE-MESSAGE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