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01-WELCOME-AND-SETUP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Welcome and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01-WELCOME-AND-SETUP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Know how this course is sequenced (concept → demo → lab → quiz).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up DataWeave Playground or Anypoint Studio Transform Message.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starter labs without opening solutions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01-WELCOME-AND-SETUP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students; state the outcome: write DataWeave 2.0 for Mule 4 interviews and real mappings.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Show the repo folders: student/labs vs instructor/solutions.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Demo opening Lab 01 starter in the Playground.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01-WELCOME-AND-SETUP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Content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No theory dump here — walk the repo, playground, and Lab 01 starter. Point students to student/00-getting-started.md.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01-WELCOME-AND-SETUP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