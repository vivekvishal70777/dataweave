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this slide on section openers so students remember the gym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01-WELCOME-AND-SETUP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Welcome and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Section opener. Then jump into the concept videos and labs.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01-WELCOME-AND-SETUP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Know how this course is sequenced (concept → demo → lab → quiz).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up DataWeave Playground or Anypoint Studio Transform Message.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Use starter labs without opening solutions first.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01-WELCOME-AND-SETUP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Suggested video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students; state the outcome: write DataWeave 2.0 for Mule 4 interviews and real mappings.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Show the repo folders: student/labs vs instructor/solutions.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Demo opening Lab 01 starter in the Playground.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01-WELCOME-AND-SETUP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Content for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No theory dump here — walk the repo, playground, and Lab 01 starter. Point students to student/00-getting-started.md.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01-WELCOME-AND-SETUP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Concept — one idea, 3–7 minutes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Pause — hold the card, students try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— type from the starter, not the solution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Quiz — Udemy practice test, no video</a:t>
            </a:r>
          </a:p>
        </p:txBody>
      </p:sp>
      <p:pic>
        <p:nvPicPr>
          <p:cNvPr id="6" name="Picture 5" descr="dw-lo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965960"/>
            <a:ext cx="310896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