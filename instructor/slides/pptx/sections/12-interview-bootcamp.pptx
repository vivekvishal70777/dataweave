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this slide on section openers so students remember the gym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12-INTERVIEW-BOOTCAMP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Interview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Section opener. Then jump into the concept videos and labs.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12-INTERVIEW-BOOTCAMP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Answer the 80-question bank out loud.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Whiteboard the six signature programs.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Talk through the nested XML → JSON design (Q60).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12-INTERVIEW-BOOTCAMP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Suggested video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Do not re-teach Q1–80. Those answers were already taught in sections 2–12.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Record timed drills: verbal flashcards, then whiteboard labs, then Q60 as a design talk.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12-INTERVIEW-BOOTCAMP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20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23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32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12-INTERVIEW-BOOTCAMP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section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41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53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54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12-INTERVIEW-BOOTCAMP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This is not a second teaching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B1. In one sentence, what problem does DataWeave solve in a Mule 4 API?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B2. A teammate still writes %dw 1.0 and %output. What do you change for Mule 4, and why would an interviewer care?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B3. Walk me through a hello-world script that greets payload.customerName. Name the three parts.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B4. You need a GST rate of 18% used in several fields. How do you store it, and can you change it later in the same script?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12-INTERVIEW-BOOTCAMP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This is not a second teaching pass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B5. Write a small fun that builds sku + "-" + plant with types on the arguments.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B6. Name at least eight DataWeave types you would list on a whiteboard.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B7. The ERP sends "qty": "12". How do you make it a number, and what if the text is garbage?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B8. You have a list of shipments. Keep only IN_TRANSIT, then output { awb, dest }. Which operator runs first?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12-INTERVIEW-BOOTCAMP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Concept — one idea, 3–7 minutes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Pause — hold the card, students try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— type from the starter, not the solution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Quiz — Udemy practice test, no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