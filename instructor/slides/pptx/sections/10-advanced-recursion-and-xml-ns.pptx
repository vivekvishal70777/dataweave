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10-ADVANCED-RECURSION-AND-XML-NS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10-ADVANCED-RECURSION-AND-XML-NS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Walk trees with match + recursion.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Read/write namespaced XML.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Build diffs, org charts, and invoice totals.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10-ADVANCED-RECURSION-AND-XML-NS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Split into 4–5 videos: recursion, SOAP ns (Lab 41), dynamic keys, capstone invoice (Lab 54).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39 PII mask as a production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10-ADVANCED-RECURSION-AND-XML-NS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37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38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39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10-ADVANCED-RECURSION-AND-XML-NS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41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42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43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10-ADVANCED-RECURSION-AND-XML-NS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sizeOf(payload), orderBy, groupBy, distinctBy, reduce on the whole payload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Access the same payload twice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random index access on the full array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Convert the entire payload to String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10-ADVANCED-RECURSION-AND-XML-NS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flattenTree(x) =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case a is Array -&gt; a flatMap flattenTree($)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case o is Object -&gt; flattenTree(valuesOf(o))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else -&gt; [x]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flattenTree(payload)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10-ADVANCED-RECURSION-AND-XML-NS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