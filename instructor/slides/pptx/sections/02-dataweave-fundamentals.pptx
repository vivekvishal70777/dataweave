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Describe DataWeave and the Mule 4 script header.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Declare var and fun, and coerce types with as.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Contrast DataWeave 1.0 and 2.0 at interview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Record one short video per question cluster: what DW is, 1 vs 2, script shape, vars, functions, types, as.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Live-type the hello-world script from Q3.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03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05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08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Header: version, output MIME type, imports, functions, variables.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--- separates header from body.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Body: the expression that becomes the output payload.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greeting: "Hello " ++ payload.name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02-DATAWEAVE-FUNDAMENTALS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