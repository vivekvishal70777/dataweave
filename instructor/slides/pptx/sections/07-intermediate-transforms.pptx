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 this slide on section openers so students remember the gym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07-INTERMEDIATE-TRANSFORMS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Section opener. Then jump into the concept videos and labs.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07-INTERMEDIATE-TRANSFORMS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Use groupBy, orderBy, distinctBy, reduce, and flatMap.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Merge objects and update nested fields.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Scope locals with 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07-INTERMEDIATE-TRANSFORMS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Suggested video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Hero demo: Lab 20 totals per customer (coerce string amounts), then Lab 23 flatMap lines.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Show update and mention Mule 4.3+ (Q26).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07-INTERMEDIATE-TRANSFORMS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Labs in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19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20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21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07-INTERMEDIATE-TRANSFORMS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Labs in this section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23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24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25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07-INTERMEDIATE-TRANSFORMS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Teach the concept, then demo, then lab. Use these Q&amp;A as the phrases to say on camera — not as a second lecture series.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One 20–40s “if they ask this in an interview…” close per video is enough.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Answer: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groupBy returns an object whose keys are group names and values are arrays.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07-INTERMEDIATE-TRANSFORMS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talking points for this section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---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Answer: reduce folds an array into a single value.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 omit the accumulator initializer, the first element is the seed and iteration starts at the second element.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07-INTERMEDIATE-TRANSFORMS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byCity: payload groupBy ((c) -&gt; c.city),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sorted: payload orderBy ((c) -&gt; c.name),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unique: payload distinctBy ((c) -&gt; c.email)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07-INTERMEDIATE-TRANSFORMS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Concept — one idea, 3–7 minutes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Pause — hold the card, students try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— type from the starter, not the solution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Quiz — Udemy practice test, no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