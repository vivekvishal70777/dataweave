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05-STRINGS-NUMBERS-CONDITIONALS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05-STRINGS-NUMBERS-CONDITIONALS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Concatenate with ++ vs add with +.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Split, join, and change case.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Write if/else expressions (no Java ternary).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05-STRINGS-NUMBERS-CONDITIONALS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Trap: + on strings. Demo the error, then fix with ++.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13 HTTP retry class is the if/else pattern. Mention write/read (Q19) as a production follow-up.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05-STRINGS-NUMBERS-CONDITIONALS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06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07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08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05-STRINGS-NUMBERS-CONDITIONALS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Labs in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05-STRINGS-NUMBERS-CONDITIONALS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Strings: ++ ("Hello" ++ " " ++ "World")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Arrays: ++ ([1, 2] ++ [3])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Objects: ++ merges keys (right side wins on conflict)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05-STRINGS-NUMBERS-CONDITIONALS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if (payload.age &gt;= 18) "adult"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else if (payload.age &gt;= 13) "teen"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else "child"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05-STRINGS-NUMBERS-CONDITIONALS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