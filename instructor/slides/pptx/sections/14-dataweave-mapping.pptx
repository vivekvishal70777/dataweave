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DataWeave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 messy industry payloads to a canonical JSON API model.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Join lookup tables that already sit on the payload (no N+1 lookup).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Coerce money, skip zero-qty, and preserve XML namespaces where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section is 30 interview-hard mapping labs, not new syntax.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Demo Lab 59 (Salesforce composite) and Lab 60 (GST invoice). Assign the rest as homework clusters.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59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60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61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64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65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This section is 30 mapping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Syntax was taught in sections 2–12.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Here students map Salesforce, SAP/GST, Shopify, Stripe, ServiceNow, CDC, SOAP catalogs, FX, inventory, claims, recon — interview whiteboard sets.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Student starters: student/labs/05-mapping/. Solutions: instructor/solutions/05-mapping/.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1. Article — easy tutorials in student/tutorials/14-dataweave-mapping/. 2. Video cluster A — Labs 59–63 (CRM / commerce / payments).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This section is 30 mapping labs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before each solution. 3. Video cluster B — Labs 64–70 (ITSM, CDC, variants, FX, address, EDI, bank). 4.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Video cluster C — Labs 71–80 (IAM, stock, GST, loyalty, slots, BOM, RMA, locale, XML, claims). 5.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Video cluster D — Labs 81–88 (telco, listings, SCIM, recon, routing, events, config, GTIN). 6. Quiz — student/quizzes/13-dataweave-mapping.md.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attach solutions in the student zip.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14-DATAWEAVE-MAPPING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