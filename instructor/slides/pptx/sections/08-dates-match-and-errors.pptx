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08-DATES-MATCH-AND-ERRORS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08-DATES-MATCH-AND-ERRORS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Parse and format dates; use period literals.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Pattern-match with match.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Catch coercion errors with try / orElse (not Mule error handlers).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08-DATES-MATCH-AND-ERRORS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27 mixed dates is the interview favorite — type it slowly.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Contrast default (nulls) vs try (errors).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08-DATES-MATCH-AND-ERRORS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27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28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33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08-DATES-MATCH-AND-ERRORS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Teach the concept, then demo, then lab. Use these Q&amp;A as the phrases to say on camera — not as a second lecture series.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 20–40s “if they ask this in an interview…” close per video is enough.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 is exhaustive-style pattern matching: literals, types (is), conditions, and else.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08-DATES-MATCH-AND-ERRORS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---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returns { success: true, result: ... } or { success: false, error: ... }. Combine with orElse for fallbacks.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not a Mule error handler; it only catches failures inside the script.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08-DATES-MATCH-AND-ERRORS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payload.status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"NEW" -&gt; "created"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"PAID" -&gt; "completed"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s if s startsWith "ERR" -&gt; "failed"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n is Number -&gt; "numeric-status"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else -&gt; "unknown"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08-DATES-MATCH-AND-ERRORS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