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Hit this slide on section openers so students remember the gym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11-PERFORMANCE-AND-PRODUCTION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Streaming, crypto, modules, and pitfalls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Section opener. Then jump into the concept videos and labs.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11-PERFORMANCE-AND-PRODUCTION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Learning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Name what breaks DataWeave streaming.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Hash vs HMAC; binary/Base64 care.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Extract a reusable .dwl module.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11-PERFORMANCE-AND-PRODUCTION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Suggested video breakdown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Whiteboard the performance list from Q58 — this is a closing-section video.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Optional: show a tiny Pricing.dwl module (Q46).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11-PERFORMANCE-AND-PRODUCTION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Labs in this 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Lab 45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11-PERFORMANCE-AND-PRODUCTION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Interview talking points for this 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Use sizeOf(payload), orderBy, groupBy, distinctBy, reduce on the whole payload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Access the same payload twice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Use random index access on the full array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Convert the entire payload to String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11-PERFORMANCE-AND-PRODUCTION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Interview talking points for this section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import dw::Crypto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sha: Crypto::hashWith(payload as Binary, "SHA-256"),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hmac: Crypto::HMACBinary(payload as Binary, "secret" as Binary, "HmacSHA256")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11-PERFORMANCE-AND-PRODUCTION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The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Concept — one idea, 3–7 minutes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Pause — hold the card, students try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Lab — type from the starter, not the solution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Quiz — Udemy practice test, no video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