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this slide on section openers so students remember the gym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11-PERFORMANCE-AND-PRODUCTION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Streaming, crypto, modules, and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Section opener. Then jump into the concept videos and labs.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11-PERFORMANCE-AND-PRODUCTION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Name what breaks DataWeave streaming.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Hash vs HMAC; binary/Base64 care.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Extract a reusable .dwl module.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11-PERFORMANCE-AND-PRODUCTION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Suggested video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Whiteboard the performance list from Q58 — this is a closing-section video.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Optional: show a tiny Pricing.dwl module (Q46).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11-PERFORMANCE-AND-PRODUCTION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Labs in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45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11-PERFORMANCE-AND-PRODUCTION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sizeOf(payload), orderBy, groupBy, distinctBy, reduce on the whole payload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Access the same payload twice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Use random index access on the full array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Convert the entire payload to String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11-PERFORMANCE-AND-PRODUCTION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talking points for this section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dw::Crypto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sha: Crypto::hashWith(payload as Binary, "SHA-256"),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hmac: Crypto::HMACBinary(payload as Binary, "secret" as Binary, "HmacSHA256")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11-PERFORMANCE-AND-PRODUCTION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Concept — one idea, 3–7 minutes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Pause — hold the card, students try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Lab — type from the starter, not the solution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Quiz — Udemy practice test, no video</a:t>
            </a:r>
          </a:p>
        </p:txBody>
      </p:sp>
      <p:pic>
        <p:nvPicPr>
          <p:cNvPr id="6" name="Picture 5" descr="dw-lo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965960"/>
            <a:ext cx="310896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