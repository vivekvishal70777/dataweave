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vars, attributes, and properties.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modules and join arrays (or index with groupBy).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Know when not to call Java or lookup inside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32 (join via groupBy) after Lab 31 (leftJoin) — same result, better interview story.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Warn about N+1 lookup (Q40).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31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32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34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Transform Message: full script with header, preview, metadata, multiple outputs (payload, variables).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#[...] expression: a DataWeave expression (often without a full header) used inline, e.g. #[payload.orderId].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vars.customerId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attributes.headers["content-type"]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attributes.queryParams.page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p("http.host")               // from configuration properties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Mule::p("api.version")       // same idea in some contexts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09-JOINS-MODULES-MULE-CONTEXT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