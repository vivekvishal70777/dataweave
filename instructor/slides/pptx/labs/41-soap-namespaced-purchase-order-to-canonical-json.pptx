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41. SOAP namespaced purchase order to canonical JSON. Strip SOAP envelope, read `ord:PurchaseOrder` attributes and repeating `ord:Line` attributes. Two prefixes. This is a standard hard XML interview. Two ns prefixes. Envelope Body PurchaseOrder. Star Line. Attributes with at-sign.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ns prefixes. Envelope Body PurchaseOrder. Star Line. Attributes with at-sign. If your output differs, check plus versus plus-plus, as Number, and nulls with default. Next lab is the next numbered folder. Stop. Do not start Lab 42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SOAP namespaced purchase order to canonical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LAB-41-soap-namespaced-purchase-order-to-canonical-json.mp4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41. SOAP namespaced purchase order to canonical JSON. Strip SOAP envelope, read ord:PurchaseOrder attributes and repeating ord:Line attributes.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Two prefixes. This is a standard hard XML interview.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Two ns prefixes. Envelope Body PurchaseOrder. Star Line. Attributes with at-sign.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&lt;soap:Envelope xmlns:soap="http://schemas.xmlsoap.org/soap/envelope/" xmlns:ord="http://acme.com/order"&gt;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&lt;soap:Body&gt;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&lt;ord:PurchaseOrder id="PO-1001" currency="INR"&gt;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&lt;ord:Line sku="SKU-A" qty="2" unitPrice="50.00"/&gt;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&lt;ord:Line sku="SKU-B" qty="1" unitPrice="100.00"/&gt;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&lt;/ord:PurchaseOrder&gt;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&lt;/soap:Body&gt;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&lt;/soap:Envelope&gt;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student/labs/03-advanced/41-soap-namespaced-purchase-order-to-canonical-json/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ns soap http://schemas.xmlsoap.org/soap/envelope/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ns ord http://acme.com/order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orderId: payload.soap#Envelope.soap#Body.ord#PurchaseOrder.@id,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currency: payload.soap#Envelope.soap#Body.ord#PurchaseOrder.@currency,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lines: payload.soap#Envelope.soap#Body.ord#PurchaseOrder.*ord#Line map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sku: $.@sku,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qty: $.@qty as Number,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unitPrice: $.@unitPrice as Number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"orderId": "PO-1001",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"currency": "INR",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"SKU-A", "qty": 2, "unitPrice": 50.00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"SKU-B", "qty": 1, "unitPrice": 100.00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Two ns prefixes. Envelope Body PurchaseOrder. Star Line. Attributes with at-sign.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42 in this file.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