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72. Allocate warehouse stock to order lines FIFO. For each order line, allocated = min(qty, stock for sku). leftover stock is not required. Unmatched sku allocated 0. Allocate min of remaining stock and qty. Reduce the on-hand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 min of remaining stock and qty. Reduce the on-hand map. If your output differs, check plus versus plus-plus, as Number, and nulls with default. Next lab is the next numbered folder. Stop. Do not start Lab 73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Allocate warehouse stock to order lines FIFO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LAB-72-allocate-warehouse-stock-to-order-lines-fifo.mp4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72. Allocate warehouse stock to order lines FIFO. For each order line, allocated = min(qty, stock for sku). leftover stock is not required.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Unmatched sku allocated 0.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Allocate min of remaining stock and qty. Reduce the on-hand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"stock":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"A", "onHand": 5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"B", "onHand": 1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"order":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"A", "qty": 3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"A", "qty": 4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"C", "qty": 2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student/labs/05-mapping/72-allocate-warehouse-stock-to-order-lines-fifo/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payload.order reduce ((line, acc = { stock: payload.stock groupBy $.sku, out: [] })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have = (acc.stock[line.sku][0].onHand default 0)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give = min([line.qty as Number, have])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rest = have - give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stock: acc.stock mapObject ((v, k) -&gt;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if ((k as String) == line.sku) { (k): [{ sku: line.sku, onHand: rest }]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else { (k): v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),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out: acc.out ++ [{ sku: line.sku, requested: line.qty as Number, allocated: give }]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}).out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"A", "requested": 3, "allocated": 3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"A", "requested": 4, "allocated": 2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"sku": "C", "requested": 2, "allocated": 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Allocate min of remaining stock and qty. Reduce the on-hand map.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73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