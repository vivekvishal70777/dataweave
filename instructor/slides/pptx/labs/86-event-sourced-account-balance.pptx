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86. Event-sourced account balance. Apply events in order: credit add, debit subtract, hold subtract. Start 0. fun money. Final balance only plus last event id. reduce events credit add debit and hold subtract. Last event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 events credit add debit and hold subtract. Last event id. If your output differs, check plus versus plus-plus, as Number, and nulls with default. Next lab is the next numbered folder. Stop. Do not start Lab 87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Event-sourced account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mapping   ·   8–12 min   ·   LAB-86-event-sourced-account-balance.mp4</a:t>
            </a:r>
          </a:p>
        </p:txBody>
      </p:sp>
      <p:pic>
        <p:nvPicPr>
          <p:cNvPr id="7" name="Picture 6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86. Event-sourced account balance. Apply events in order: credit add, debit subtract, hold subtract. Start 0. fun money.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Final balance only plus last event id.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reduce events credit add debit and hold subtract. Last event id.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"events":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"id": "e1", "type": "credit", "amt": "100"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"id": "e2", "type": "debit", "amt": "30"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"id": "e3", "type": "hold", "amt": "10.5"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student/labs/05-mapping/86-event-sourced-account-balance/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fun money(n: Number) = n as String {format: "0.00"} as Number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fun apply(bal, e) =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e.type match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case "credit" -&gt; bal + (e.amt as Number)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case "debit" -&gt; bal - (e.amt as Number)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case "hold" -&gt; bal - (e.amt as Number)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else -&gt; bal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lastEvent: payload.events[-1].id,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balance: money(payload.events reduce ((e, acc = 0) -&gt; apply(acc, e)))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"lastEvent": "e3",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"balance": 59.50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reduce events credit add debit and hold subtract. Last event id.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87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