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14. Index each batch row (1-based). Add a 1-based `rowNum` for error reports. `$` is value, `$$` is 0-based index. Dollar-dollar is the 0-based index. Add one for rowNum in error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Dollar-dollar is the 0-based index. Add one for rowNum in error reports. If your output differs, check plus versus plus-plus, as Number, and nulls with default. Next lab is the next numbered folder. Stop. Do not start Lab 15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Index each batch row (1-based)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LAB-14-index-each-batch-row-1-based.mp4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14. Index each batch row (1-based). Add a 1-based rowNum for error reports. $ is value, $$ is 0-based index.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Dollar-dollar is the 0-based index. Add one for rowNum in error reports.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["alpha", "beta"]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student/labs/01-fundamentals/14-index-each-batch-row-1-based/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rowNum: $$ + 1,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value: $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[{ "rowNum": 1, "value": "alpha" }, { "rowNum": 2, "value": "beta" }]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Dollar-dollar is the 0-based index. Add one for rowNum in error reports.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15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