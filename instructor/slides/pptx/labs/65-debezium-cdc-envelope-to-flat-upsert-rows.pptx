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65. Debezium CDC envelope to flat upsert rows. c/u → UPSERT from after; d → DELETE from before. Include tsMs. CDC: delete reads before. create and update read after. ts_ms on every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CDC: delete reads before. create and update read after. ts_ms on every row. If your output differs, check plus versus plus-plus, as Number, and nulls with default. Next lab is the next numbered folder. Stop. Do not start Lab 66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Debezium CDC envelope to flat upsert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mapping   ·   8–12 min   ·   LAB-65-debezium-cdc-envelope-to-flat-upsert-rows.mp4</a:t>
            </a:r>
          </a:p>
        </p:txBody>
      </p:sp>
      <p:pic>
        <p:nvPicPr>
          <p:cNvPr id="7" name="Picture 6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65. Debezium CDC envelope to flat upsert rows. c/u → UPSERT from after; d → DELETE from before. Include tsMs.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CDC: delete reads before. create and update read after. ts_ms on every row.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"changes":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"op": "c", "ts_ms": 100, "before": null, "after": { "id": "A1", "status": "NEW" }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"op": "u", "ts_ms": 101, "before": { "id": "A1", "status": "NEW" }, "after": { "id": "A1", "status": "PAID" }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"op": "d", "ts_ms": 102, "before": { "id": "B9", "status": "X" }, "after": null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student/labs/05-mapping/65-debezium-cdc-envelope-to-flat-upsert-rows/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payload.changes map (c) -&gt; do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var row = if (c.op == "d") c.before else c.after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action: if (c.op == "d") "DELETE" else "UPSERT",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id: row.id,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status: row.status,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tsMs: c.ts_ms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"action": "UPSERT", "id": "A1", "status": "NEW", "tsMs": 100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"action": "UPSERT", "id": "A1", "status": "PAID", "tsMs": 101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"action": "DELETE", "id": "B9", "status": "X", "tsMs": 102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CDC: delete reads before. create and update read after. ts_ms on every row.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66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