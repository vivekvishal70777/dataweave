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60. SAP-style order JSON to canonical invoice with GST. Skip lines with qty 0. `fun money`. Line net = qty * price * (1 - discount). CGST+SGST vs IGST 18% by comparing ship-from and ship-to state. Grand total = subtotal + tax. Filter qty greater than zero. Discount then GST 18. fun money. Intra-state CGST_SGST vs IGST.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 qty greater than zero. Discount then GST 18. fun money. Intra-state CGST_SGST vs IGST. If your output differs, check plus versus plus-plus, as Number, and nulls with default. Next lab is the next numbered folder. Stop. Do not start Lab 61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SAP-style order JSON to canonical invoice with GST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mapping   ·   8–12 min   ·   LAB-60-sap-style-order-json-to-canonical-invoice-with-gst.mp4</a:t>
            </a:r>
          </a:p>
        </p:txBody>
      </p:sp>
      <p:pic>
        <p:nvPicPr>
          <p:cNvPr id="7" name="Picture 6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60. SAP-style order JSON to canonical invoice with GST. Skip lines with qty 0. fun money. Line net = qty * price * (1 - discount).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CGST+SGST vs IGST 18% by comparing ship-from and ship-to state. Grand total = subtotal + tax.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Filter qty greater than zero. Discount then GST 18. fun money. Intra-state CGST_SGST vs IGST.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"vbeln": "80001234",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"waerk": "INR",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"shipFromState": "MH",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"shipToState": "MH",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"lines": [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"matnr": "MAT-1", "qty": "2", "netpr": "100.00", "disc": "0.10" },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"matnr": "MAT-2", "qty": "0", "netpr": "50", "disc": "0" },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"matnr": "MAT-3", "qty": 1, "netpr": "40.5", "disc": 0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]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student/labs/05-mapping/60-sap-style-order-json-to-canonical-invoice-with-gst/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fun money(n: Number) = n as String {format: "0.00"} as Number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var intra = payload.shipFromState == payload.shipToState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var raw = payload.lines filter ((l) -&gt; (l.qty as Number) &gt; 0) map (l) -&gt; do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var qty = l.qty as Number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var price = l.netpr as Number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var disc = (l.disc default 0) as Number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{ sku: l.matnr, qty: qty, net: money(qty * price * (1 - disc)) 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var sub = money(sum(raw.net))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var tax = money(sub * 0.18)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"invoiceId": "80001234",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"currency": "INR",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"taxCode": "CGST_SGST",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"lines": [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"sku": "MAT-1", "qty": 2, "net": 180.00 },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  { "sku": "MAT-3", "qty": 1, "net": 40.50 }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],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"subtotal": 220.50,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"tax": 39.69,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"grandTotal": 260.19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Filter qty greater than zero. Discount then GST 18. fun money. Intra-state CGST_SGST vs IGST.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61 in this file.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