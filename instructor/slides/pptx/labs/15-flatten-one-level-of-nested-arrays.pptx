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15. Flatten one level of nested arrays. Flatten one level only: `[[1, 2], [3], [4, 5]]` → `[1, 2, 3, 4, 5]`. Deeper trees are a later lab. flatten is one level only. Nested arrays need recursion or repeated flatten.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flatten is one level only. Nested arrays need recursion or repeated flatten. If your output differs, check plus versus plus-plus, as Number, and nulls with default. Next lab is the next numbered folder. Stop. Do not start Lab 16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Flatten one level of nested arrays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LAB-15-flatten-one-level-of-nested-arrays.mp4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15. Flatten one level of nested arrays. Flatten one level only: [[1, 2], [3], [4, 5]] → [1, 2, 3, 4, 5]. Deeper trees are a later lab.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flatten is one level only. Nested arrays need recursion or repeated flatten.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[[1, 2], [3], [4, 5]]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student/labs/01-fundamentals/15-flatten-one-level-of-nested-arrays/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[1, 2, 3, 4, 5]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flatten is one level only. Nested arrays need recursion or repeated flatten.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16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