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15. Flatten one level of nested arrays. Flatten one level only: `[[1, 2], [3], [4, 5]]` → `[1, 2, 3, 4, 5]`. Deeper trees are a later lab. flatten is one level only. Nested arrays need recursion or repeated flatten.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flatten is one level only. Nested arrays need recursion or repeated flatten. If your output differs, check plus versus plus-plus, as Number, and nulls with default. Next lab is the next numbered folder. Stop. Do not start Lab 16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Flatten one level of nested arrays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easy   ·   6–10 min   ·   LAB-15-flatten-one-level-of-nested-arrays.mp4</a:t>
            </a:r>
          </a:p>
        </p:txBody>
      </p:sp>
      <p:pic>
        <p:nvPicPr>
          <p:cNvPr id="7" name="Picture 6" descr="dw-map-fil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This is Lab 15. Flatten one level of nested arrays. Flatten one level only: [[1, 2], [3], [4, 5]] → [1, 2, 3, 4, 5]. Deeper trees are a later lab.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flatten is one level only. Nested arrays need recursion or repeated flatten.</a:t>
            </a:r>
          </a:p>
        </p:txBody>
      </p:sp>
      <p:pic>
        <p:nvPicPr>
          <p:cNvPr id="6" name="Picture 5" descr="dw-map-fil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  <p:pic>
        <p:nvPicPr>
          <p:cNvPr id="6" name="Picture 5" descr="dw-map-fil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[[1, 2], [3], [4, 5]]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Pause — try 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Open student/labs/01-fundamentals/15-flatten-one-level-of-nested-arrays/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  <p:pic>
        <p:nvPicPr>
          <p:cNvPr id="6" name="Picture 5" descr="dw-pau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74519"/>
            <a:ext cx="32461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[1, 2, 3, 4, 5]</a:t>
            </a:r>
          </a:p>
        </p:txBody>
      </p:sp>
      <p:pic>
        <p:nvPicPr>
          <p:cNvPr id="6" name="Picture 5" descr="dw-map-fil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flatten(payload)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flatten is one level only. Nested arrays need recursion or repeated flatten.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Lab 16 in this file.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