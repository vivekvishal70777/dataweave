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24. Strip password, ssn, and accessToken keys. Drop secret keys from a flat object before logging. Keys compared as strings. filterObject drops password, ssn, and accessToken. Compare lowercased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filterObject drops password, ssn, and accessToken. Compare lowercased keys. If your output differs, check plus versus plus-plus, as Number, and nulls with default. Next lab is the next numbered folder. Stop. Do not start Lab 25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Strip password, ssn, and accessToken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LAB-24-strip-password-ssn-and-accesstoken-keys.mp4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24. Strip password, ssn, and accessToken keys. Drop secret keys from a flat object before logging. Keys compared as strings.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filterObject drops password, ssn, and accessToken. Compare lowercased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"name": "Asha Rao",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"password": "s3cret",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"ssn": "AAAAA1234A",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"accessToken": "00Dxx...",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"city": "Pune"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student/labs/02-intermediate/24-strip-password-ssn-and-accesstoken-keys/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deny = ["password", "ssn", "accesstoken"]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filterObject ((v, k) -&gt; !(deny contains lower(k as String)))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"name": "Asha Rao", "city": "Pune"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filterObject drops password, ssn, and accessToken. Compare lowercased keys.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25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