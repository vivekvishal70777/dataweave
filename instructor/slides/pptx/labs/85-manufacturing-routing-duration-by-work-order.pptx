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85. Manufacturing routing duration by work order. Sum step minutes per wo, order steps by seq. Output wo, steps[], totalMinutes. groupBy work order. orderBy seq. Sum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groupBy work order. orderBy seq. Sum minutes. If your output differs, check plus versus plus-plus, as Number, and nulls with default. Next lab is the next numbered folder. Stop. Do not start Lab 86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Manufacturing routing duration by work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LAB-85-manufacturing-routing-duration-by-work-order.mp4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85. Manufacturing routing duration by work order. Sum step minutes per wo, order steps by seq. Output wo, steps[], totalMinutes.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groupBy work order. orderBy seq. Sum minutes.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"wo": "WO1", "seq": 20, "step": "PAINT", "min": "15"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"wo": "WO1", "seq": 10, "step": "CUT", "min": 30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"wo": "WO2", "seq": 10, "step": "PACK", "min": 5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student/labs/05-mapping/85-manufacturing-routing-duration-by-work-order/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groupBy $.wo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pluck ((rows, wo) -&gt; do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var ordered = rows orderBy $.seq map { seq: $.seq as Number, step: $.step, min: $.min as Number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wo: wo, steps: ordered, totalMinutes: sum(ordered.min)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"wo": "WO1",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"steps": [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{ "seq": 10, "step": "CUT", "min": 30 },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{ "seq": 20, "step": "PAINT", "min": 15 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],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"totalMinutes": 45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},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"wo": "WO2",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"steps": [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{ "seq": 10, "step": "PACK", "min": 5 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],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"totalMinutes": 5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groupBy work order. orderBy seq. Sum minutes.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86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