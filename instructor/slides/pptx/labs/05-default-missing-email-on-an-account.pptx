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Lab 05. Default missing email on an Account. If `Email` is null or missing, use `"noreply@acme.invalid"`. Keep `Name`. default replaces null. It does not catch type errors — that is 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3–5 seconds. Do not show the solution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default replaces null. It does not catch type errors — that is try. If your output differs, check plus versus plus-plus, as Number, and nulls with default. Next lab is the next numbered folder. Stop. Do not start Lab 06 in this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Default missing email on an Account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Show the failing starter first. Hold the pause card before any solution.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6766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3EC6FF"/>
                </a:solidFill>
                <a:latin typeface="Calibri"/>
              </a:rPr>
              <a:t>easy   ·   6–10 min   ·   LAB-05-default-missing-email-on-an-account.mp4</a:t>
            </a:r>
          </a:p>
        </p:txBody>
      </p:sp>
      <p:pic>
        <p:nvPicPr>
          <p:cNvPr id="7" name="Picture 6" descr="dw-la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The job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This is Lab 05. Default missing email on an Account. If Email is null or missing, use "noreply@acme.invalid". Keep Name.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default replaces null. It does not catch type errors — that is try.</a:t>
            </a:r>
          </a:p>
        </p:txBody>
      </p:sp>
      <p:pic>
        <p:nvPicPr>
          <p:cNvPr id="6" name="Picture 5" descr="dw-la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Paste the payload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Set the MIME type to match the sample.</a:t>
            </a:r>
          </a:p>
        </p:txBody>
      </p:sp>
      <p:pic>
        <p:nvPicPr>
          <p:cNvPr id="6" name="Picture 5" descr="dw-la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Input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 "Name": "Sam Logistics" 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D2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B020"/>
                </a:solidFill>
                <a:latin typeface="Calibri"/>
              </a:rPr>
              <a:t>PAUSE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Pause — try Lab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Pause the video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Open student/labs/01-fundamentals/05-default-missing-email-on-an-account/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Finish transform.dwl — wrong is fine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Resume when you have an attempt</a:t>
            </a:r>
          </a:p>
        </p:txBody>
      </p:sp>
      <p:pic>
        <p:nvPicPr>
          <p:cNvPr id="6" name="Picture 5" descr="dw-pau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60" y="1874519"/>
            <a:ext cx="3246120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Welcome 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Welcome back. I will type the reference script. Follow along; do not paste blindly. Header first: percent dw two point oh, output, dash dash dash.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That should match Expected:</a:t>
            </a:r>
          </a:p>
        </p:txBody>
      </p:sp>
      <p:pic>
        <p:nvPicPr>
          <p:cNvPr id="6" name="Picture 5" descr="dw-hero-transfor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Name: payload.Name,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Email: payload.Email default "noreply@acme.invalid"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Expected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 "Name": "Sam Logistics", "Email": "noreply@acme.invalid" 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Interview phrase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default replaces null. It does not catch type errors — that is try.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If your output differs, check plus versus plus-plus, as Number, and nulls with default. Next lab is the next numbered folder.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Stop. Do not start Lab 06 in this file.</a:t>
            </a:r>
          </a:p>
        </p:txBody>
      </p:sp>
      <p:pic>
        <p:nvPicPr>
          <p:cNvPr id="6" name="Picture 5" descr="dw-int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