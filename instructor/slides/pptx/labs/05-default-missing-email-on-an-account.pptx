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05. Default missing email on an Account. If `Email` is null or missing, use `"noreply@acme.invalid"`. Keep `Name`. default replaces null. It does not catch type errors — that is 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replaces null. It does not catch type errors — that is try. If your output differs, check plus versus plus-plus, as Number, and nulls with default. Next lab is the next numbered folder. Stop. Do not start Lab 06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Default missing email on an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easy   ·   6–10 min   ·   LAB-05-default-missing-email-on-an-account.mp4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05. Default missing email on an Account. If Email is null or missing, use "noreply@acme.invalid". Keep Name.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default replaces null. It does not catch type errors — that is 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"Name": "Sam Logistics"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student/labs/01-fundamentals/05-default-missing-email-on-an-account/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Name: payload.Name,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Email: payload.Email default "noreply@acme.invalid"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"Name": "Sam Logistics", "Email": "noreply@acme.invalid"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default replaces null. It does not catch type errors — that is try.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06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