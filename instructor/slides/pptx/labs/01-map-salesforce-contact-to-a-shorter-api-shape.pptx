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01. Map Salesforce Contact to a shorter API shape. From each Contact, output `fullName` (FirstName + LastName, single space) and `dept` from `Department`. Skip building Java-style loops. Named lambdas preferred. Coerce missing FirstName with default empty string before plus-plus.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Named lambdas preferred. Coerce missing FirstName with default empty string before plus-plus. If your output differs, check plus versus plus-plus, as Number, and nulls with default. Next lab is the next numbered folder. Stop. Do not start Lab 02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Map Salesforce Contact to a shorter API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LAB-01-map-salesforce-contact-to-a-shorter-api-shape.mp4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01. Map Salesforce Contact to a shorter API shape.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From each Contact, output fullName (FirstName + LastName, single space) and dept from Department. Skip building Java-style loops.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Named lambdas preferred. Coerce missing FirstName with default empty string before plus-plus.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"003xx000001", "FirstName": "Asha", "LastName": "Rao", "Department": "IT", "Email": "asha@acme.com"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"003xx000002", "FirstName": "Ben", "LastName": "Cole", "Department": "Finance", "Email": "ben@acme.com"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student/labs/01-fundamentals/01-map-salesforce-contact-to-a-shorter-api-shape/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fullName: ($.FirstName default "") ++ " " ++ ($.LastName default ""),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dept: $.Department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"fullName": "Asha Rao", "dept": "IT"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"fullName": "Ben Cole", "dept": "Finance"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Named lambdas preferred. Coerce missing FirstName with default empty string before plus-plus.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02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