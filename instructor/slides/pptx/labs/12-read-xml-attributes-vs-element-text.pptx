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12. Read XML attributes vs element text. From an order XML with `id` Attributes use the at-sign. Element text is a child, not at-id.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Attributes use the at-sign. Element text is a child, not at-id. If your output differs, check plus versus plus-plus, as Number, and nulls with default. Next lab is the next numbered folder. Stop. Do not start Lab 13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Read XML attributes vs element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LAB-12-read-xml-attributes-vs-element-text.mp4</a:t>
            </a:r>
          </a:p>
        </p:txBody>
      </p:sp>
      <p:pic>
        <p:nvPicPr>
          <p:cNvPr id="7" name="Picture 6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12. Read XML attributes vs element text. From an order XML with id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Attributes use the at-sign. Element text is a child, not at-id.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&lt;order id="O-9"&gt;&lt;amount&gt;50.00&lt;/amount&gt;&lt;/order&gt;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student/labs/01-fundamentals/12-read-xml-attributes-vs-element-text/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id: payload.order.@id,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amount: payload.order.amount as Number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"id": "O-9", "amount": 50.00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Attributes use the at-sign. Element text is a child, not at-id.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13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