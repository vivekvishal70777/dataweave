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Lab 59. Salesforce Account composite to nested customer API. Join `contacts` onto `accounts` by AccountId. Output `accountId`, `name`, `city`, and `contacts[]` with `fullName` and `email`. Empty contact list if none. Do not call lookup. groupBy contacts by AccountId. Map accounts. Empty array if no contacts. No lookup.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3–5 seconds. Do not show the solution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groupBy contacts by AccountId. Map accounts. Empty array if no contacts. No lookup. If your output differs, check plus versus plus-plus, as Number, and nulls with default. Next lab is the next numbered folder. Stop. Do not start Lab 60 in this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59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Salesforce Account composite to nested customer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B7CBDE"/>
                </a:solidFill>
                <a:latin typeface="Calibri"/>
              </a:rPr>
              <a:t>Show the failing starter first. Hold the pause card before any solution.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0292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3EC6FF"/>
                </a:solidFill>
                <a:latin typeface="Calibri"/>
              </a:rPr>
              <a:t>mapping   ·   8–12 min   ·   LAB-59-salesforce-account-composite-to-nested-customer-api.mp4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59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The job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This is Lab 59. Salesforce Account composite to nested customer API. Join contacts onto accounts by AccountId.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Output accountId, name, city, and contacts[] with fullName and email. Empty contact list if none. Do not call lookup.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groupBy contacts by AccountId. Map accounts. Empty array if no contacts. No lookup.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59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Paste the payload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Set the MIME type to match the sample.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59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Input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"accounts": [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  { "Id": "001xxA", "Name": "Acme Pvt", "BillingCity": "Pune" },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  { "Id": "001xxB", "Name": "Globex", "BillingCity": "Mumbai" }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],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"contacts": [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  { "AccountId": "001xxA", "FirstName": "Asha", "LastName": "Rao", "Email": "asha@acme.com" },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  { "AccountId": "001xxA", "FirstName": "Ben", "LastName": "Cole", "Email": "ben@acme.com" }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]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29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B020"/>
                </a:solidFill>
                <a:latin typeface="Calibri"/>
              </a:rPr>
              <a:t>PAUSE 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Pause — try Lab 59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B020"/>
                </a:solidFill>
                <a:latin typeface="Calibri"/>
              </a:rPr>
              <a:t>•  Pause the video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B020"/>
                </a:solidFill>
                <a:latin typeface="Calibri"/>
              </a:rPr>
              <a:t>•  Open student/labs/05-mapping/59-salesforce-account-composite-to-nested-customer-api/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B020"/>
                </a:solidFill>
                <a:latin typeface="Calibri"/>
              </a:rPr>
              <a:t>•  Finish transform.dwl — wrong is fine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B020"/>
                </a:solidFill>
                <a:latin typeface="Calibri"/>
              </a:rPr>
              <a:t>•  Resume when you have an attempt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59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Welcome 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Welcome back. I will type the reference script. Follow along; do not paste blindly. Header first: percent dw two point oh, output, dash dash dash.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That should match Expected: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59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var byAcct = payload.contacts groupBy $.AccountId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payload.accounts map (a) -&gt; {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accountId: a.Id,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name: a.Name,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city: a.BillingCity,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contacts: (byAcct[a.Id] default []) map {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  fullName: ($.FirstName default "") ++ " " ++ ($.LastName default ""),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  email: $.Email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}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59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Expected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D7E8F5"/>
                </a:solidFill>
                <a:latin typeface="Consolas"/>
              </a:rPr>
              <a:t>[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D7E8F5"/>
                </a:solidFill>
                <a:latin typeface="Consolas"/>
              </a:rPr>
              <a:t>  {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D7E8F5"/>
                </a:solidFill>
                <a:latin typeface="Consolas"/>
              </a:rPr>
              <a:t>    "accountId": "001xxA",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D7E8F5"/>
                </a:solidFill>
                <a:latin typeface="Consolas"/>
              </a:rPr>
              <a:t>    "name": "Acme Pvt",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D7E8F5"/>
                </a:solidFill>
                <a:latin typeface="Consolas"/>
              </a:rPr>
              <a:t>    "city": "Pune",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D7E8F5"/>
                </a:solidFill>
                <a:latin typeface="Consolas"/>
              </a:rPr>
              <a:t>    "contacts": [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D7E8F5"/>
                </a:solidFill>
                <a:latin typeface="Consolas"/>
              </a:rPr>
              <a:t>      { "fullName": "Asha Rao", "email": "asha@acme.com" },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D7E8F5"/>
                </a:solidFill>
                <a:latin typeface="Consolas"/>
              </a:rPr>
              <a:t>      { "fullName": "Ben Cole", "email": "ben@acme.com" }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D7E8F5"/>
                </a:solidFill>
                <a:latin typeface="Consolas"/>
              </a:rPr>
              <a:t>    ]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D7E8F5"/>
                </a:solidFill>
                <a:latin typeface="Consolas"/>
              </a:rPr>
              <a:t>  },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D7E8F5"/>
                </a:solidFill>
                <a:latin typeface="Consolas"/>
              </a:rPr>
              <a:t>  {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D7E8F5"/>
                </a:solidFill>
                <a:latin typeface="Consolas"/>
              </a:rPr>
              <a:t>    "accountId": "001xxB",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D7E8F5"/>
                </a:solidFill>
                <a:latin typeface="Consolas"/>
              </a:rPr>
              <a:t>    "name": "Globex",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D7E8F5"/>
                </a:solidFill>
                <a:latin typeface="Consolas"/>
              </a:rPr>
              <a:t>    "city": "Mumbai",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D7E8F5"/>
                </a:solidFill>
                <a:latin typeface="Consolas"/>
              </a:rPr>
              <a:t>    "contacts": []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D7E8F5"/>
                </a:solidFill>
                <a:latin typeface="Consolas"/>
              </a:rPr>
              <a:t>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59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Interview phrase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groupBy contacts by AccountId. Map accounts. Empty array if no contacts. No lookup.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If your output differs, check plus versus plus-plus, as Number, and nulls with default. Next lab is the next numbered folder.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Stop. Do not start Lab 60 in this file.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