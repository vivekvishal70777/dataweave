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59. Salesforce Account composite to nested customer API. Join `contacts` onto `accounts` by AccountId. Output `accountId`, `name`, `city`, and `contacts[]` with `fullName` and `email`. Empty contact list if none. Do not call lookup. groupBy contacts by AccountId. Map accounts. Empty array if no contacts. No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groupBy contacts by AccountId. Map accounts. Empty array if no contacts. No lookup. If your output differs, check plus versus plus-plus, as Number, and nulls with default. Next lab is the next numbered folder. Stop. Do not start Lab 60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Salesforce Account composite to nested customer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mapping   ·   8–12 min   ·   LAB-59-salesforce-account-composite-to-nested-customer-api.mp4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59. Salesforce Account composite to nested customer API. Join contacts onto accounts by AccountId.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Output accountId, name, city, and contacts[] with fullName and email. Empty contact list if none. Do not call lookup.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groupBy contacts by AccountId. Map accounts. Empty array if no contacts. No lookup.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"accounts":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"001xxA", "Name": "Acme Pvt", "BillingCity": "Pune"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"001xxB", "Name": "Globex", "BillingCity": "Mumbai"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"contacts":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"AccountId": "001xxA", "FirstName": "Asha", "LastName": "Rao", "Email": "asha@acme.com"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"AccountId": "001xxA", "FirstName": "Ben", "LastName": "Cole", "Email": "ben@acme.com"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student/labs/05-mapping/59-salesforce-account-composite-to-nested-customer-api/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var byAcct = payload.contacts groupBy $.AccountId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payload.accounts map (a) -&gt;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accountId: a.Id,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name: a.Name,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city: a.BillingCity,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contacts: (byAcct[a.Id] default []) map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fullName: ($.FirstName default "") ++ " " ++ ($.LastName default ""),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email: $.Email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"accountId": "001xxA",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"name": "Acme Pvt",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"city": "Pune",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"contacts": [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{ "fullName": "Asha Rao", "email": "asha@acme.com" },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{ "fullName": "Ben Cole", "email": "ben@acme.com" 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},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"accountId": "001xxB",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"name": "Globex",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"city": "Mumbai",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"contacts": []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groupBy contacts by AccountId. Map accounts. Empty array if no contacts. No lookup.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60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