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18. SKU prefix before hyphen. From `"MULE-12345"` take the product family `"MULE"` (split on `-`, first segment). Split SKU on hyphen and take the family prefix.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Split SKU on hyphen and take the family prefix. If your output differs, check plus versus plus-plus, as Number, and nulls with default. Next lab is the next numbered folder. Stop. Do not start Lab 19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SKU prefix before hyphen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easy   ·   6–10 min   ·   LAB-18-sku-prefix-before-hyphen.mp4</a:t>
            </a:r>
          </a:p>
        </p:txBody>
      </p:sp>
      <p:pic>
        <p:nvPicPr>
          <p:cNvPr id="7" name="Picture 6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18. SKU prefix before hyphen. From "MULE-12345" take the product family "MULE" (split on -, first segment).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Split SKU on hyphen and take the family prefix.</a:t>
            </a:r>
          </a:p>
        </p:txBody>
      </p:sp>
      <p:pic>
        <p:nvPicPr>
          <p:cNvPr id="6" name="Picture 5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MULE-12345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student/labs/01-fundamentals/18-sku-prefix-before-hyphen/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"MULE"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(payload splitBy "-")[0]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Split SKU on hyphen and take the family prefix.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19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