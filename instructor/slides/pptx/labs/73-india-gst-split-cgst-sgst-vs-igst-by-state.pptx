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73. India GST split CGST SGST vs IGST by state. Same state: half of 18% each CGST and SGST. Different: full IGST 18%. fun money on taxable amount. Same state: CGST and SGST 9 each. Else IGST 18. fun money.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state: CGST and SGST 9 each. Else IGST 18. fun money. If your output differs, check plus versus plus-plus, as Number, and nulls with default. Next lab is the next numbered folder. Stop. Do not start Lab 74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India GST split CGST SGST vs IGST by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mapping   ·   8–12 min   ·   LAB-73-india-gst-split-cgst-sgst-vs-igst-by-state.mp4</a:t>
            </a:r>
          </a:p>
        </p:txBody>
      </p:sp>
      <p:pic>
        <p:nvPicPr>
          <p:cNvPr id="7" name="Picture 6" descr="dw-strin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is Lab 73. India GST split CGST SGST vs IGST by state. Same state: half of 18% each CGST and SGST. Different: full IGST 18%. fun money on taxable amount.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Same state: CGST and SGST 9 each. Else IGST 18. fun money.</a:t>
            </a:r>
          </a:p>
        </p:txBody>
      </p:sp>
      <p:pic>
        <p:nvPicPr>
          <p:cNvPr id="6" name="Picture 5" descr="dw-strin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  <p:pic>
        <p:nvPicPr>
          <p:cNvPr id="6" name="Picture 5" descr="dw-strin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"fromState": "KA",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"toState": "MH",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"taxable": "1000.00"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Pause — try Lab 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Open student/labs/05-mapping/73-india-gst-split-cgst-sgst-vs-igst-by-state/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</p:txBody>
      </p:sp>
      <p:pic>
        <p:nvPicPr>
          <p:cNvPr id="6" name="Picture 5" descr="dw-strin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fun money(n: Number) = n as String {format: "0.00"} as Number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var t = payload.taxable as Number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var intra = payload.fromState == payload.toState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taxable: money(t),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cgst: if (intra) money(t * 0.09) else 0.00,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sgst: if (intra) money(t * 0.09) else 0.00,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igst: if (intra) 0.00 else money(t * 0.18)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"taxable": 1000.00,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"cgst": 0.00,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"sgst": 0.00,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"igst": 180.00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Same state: CGST and SGST 9 each. Else IGST 18. fun money.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Lab 74 in this file.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