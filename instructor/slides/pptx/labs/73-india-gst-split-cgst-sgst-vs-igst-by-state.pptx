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73. India GST split CGST SGST vs IGST by state. Same state: half of 18% each CGST and SGST. Different: full IGST 18%. fun money on taxable amount. Same state: CGST and SGST 9 each. Else IGST 18. fun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state: CGST and SGST 9 each. Else IGST 18. fun money. If your output differs, check plus versus plus-plus, as Number, and nulls with default. Next lab is the next numbered folder. Stop. Do not start Lab 74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India GST split CGST SGST vs IGST by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LAB-73-india-gst-split-cgst-sgst-vs-igst-by-state.mp4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73. India GST split CGST SGST vs IGST by state. Same state: half of 18% each CGST and SGST. Different: full IGST 18%. fun money on taxable amount.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Same state: CGST and SGST 9 each. Else IGST 18. fun money.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"fromState": "KA",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"toState": "MH",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"taxable": "1000.00"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student/labs/05-mapping/73-india-gst-split-cgst-sgst-vs-igst-by-state/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t = payload.taxable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intra = payload.fromState == payload.toState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taxable: money(t),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cgst: if (intra) money(t * 0.09) else 0.00,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sgst: if (intra) money(t * 0.09) else 0.00,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igst: if (intra) 0.00 else money(t * 0.18)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"taxable": 1000.00,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"cgst": 0.00,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"sgst": 0.00,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"igst": 180.00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Same state: CGST and SGST 9 each. Else IGST 18.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74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