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37. Recursively flatten nested arrays. Deep-flatten mixed arrays to a single list of leaves. One `flatten` is Recurse with match: array flatMaps, else wrap the leaf.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Recurse with match: array flatMaps, else wrap the leaf. If your output differs, check plus versus plus-plus, as Number, and nulls with default. Next lab is the next numbered folder. Stop. Do not start Lab 38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Recursively flatten nested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LAB-37-recursively-flatten-nested-arrays.mp4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37. Recursively flatten nested arrays. Deep-flatten mixed arrays to a single list of leaves. One flatten is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Recurse with match: array flatMaps, else wrap the leaf.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[1, [2, [3, 4], 5], 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student/labs/03-advanced/37-recursively-flatten-nested-arrays/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[1, 2, 3, 4, 5, 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deepFlatten(x) =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a is Array -&gt; a flatMap deepFlatten($)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else -&gt; [x]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deepFlatten(payload)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Recurse with match: array flatMaps, else wrap the leaf.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38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