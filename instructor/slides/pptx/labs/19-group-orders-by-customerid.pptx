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19. Group orders by customerId. Group the commerce array by `customerId`. `groupBy` returns an groupBy returns an object of arrays. Say that out loud in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groupBy returns an object of arrays. Say that out loud in interviews. If your output differs, check plus versus plus-plus, as Number, and nulls with default. Next lab is the next numbered folder. Stop. Do not start Lab 20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Group orders by customerId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LAB-19-group-orders-by-customerid.mp4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19. Group orders by customerId. Group the commerce array by customerId. groupBy returns an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returns an object of arrays. Say that out loud in interviews.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"ORD-1", "customerId": "C1", "amount": 10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"ORD-2", "customerId": "C2", "amount": 20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"ORD-3", "customerId": "C1", "amount": 15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student/labs/02-intermediate/19-group-orders-by-customerid/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groupBy ((o) -&gt; o.customerId)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"C1":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"ORD-1", "customerId": "C1", "amount": 10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"ORD-3", "customerId": "C1", "amount": 15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"C2":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"ORD-2", "customerId": "C2", "amount": 20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returns an object of arrays. Say that out loud in interviews.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20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