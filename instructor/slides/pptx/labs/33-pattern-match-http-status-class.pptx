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33. Pattern match HTTP status class. Map `code`: 2xx → `ok`, 4xx → `client`, 5xx → `server`, else `other`. Prefer `match` over a pile of ifs in interviews. match on HTTP ranges, not only string literals.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on HTTP ranges, not only string literals. If your output differs, check plus versus plus-plus, as Number, and nulls with default. Next lab is the next numbered folder. Stop. Do not start Lab 34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Pattern match HTTP status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moderate   ·   6–10 min   ·   LAB-33-pattern-match-http-status-class.mp4</a:t>
            </a:r>
          </a:p>
        </p:txBody>
      </p:sp>
      <p:pic>
        <p:nvPicPr>
          <p:cNvPr id="7" name="Picture 6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33. Pattern match HTTP status class. Map code: 2xx → ok, 4xx → client, 5xx → server, else other.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Prefer match over a pile of ifs in interviews.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match on HTTP ranges, not only string literals.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"code": 404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student/labs/02-intermediate/33-pattern-match-http-status-class/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"client"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payload.code match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n if n &gt;= 200 and n &lt; 300 -&gt; "ok"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n if n &gt;= 400 and n &lt; 500 -&gt; "client"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n if n &gt;= 500 and n &lt; 600 -&gt; "server"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else -&gt; "other"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match on HTTP ranges, not only string literals.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34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