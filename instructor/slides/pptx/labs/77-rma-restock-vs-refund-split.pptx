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77. RMA restock vs refund split. reason DAMAGED → refund only (restock false). Else restock true. Amount = qty * unit. fun money. DAMAGED means restock false. Refund qty times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DAMAGED means restock false. Refund qty times unit. If your output differs, check plus versus plus-plus, as Number, and nulls with default. Next lab is the next numbered folder. Stop. Do not start Lab 78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RMA restock vs refund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LAB-77-rma-restock-vs-refund-split.mp4</a:t>
            </a:r>
          </a:p>
        </p:txBody>
      </p:sp>
      <p:pic>
        <p:nvPicPr>
          <p:cNvPr id="7" name="Picture 6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77. RMA restock vs refund split. reason DAMAGED → refund only (restock false). Else restock true. Amount = qty * unit.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DAMAGED means restock false. Refund qty times unit.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"rma": "R1", "reason": "DAMAGED", "qty": "2", "unit": "10.00"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"rma": "R2", "reason": "SIZE", "qty": 1, "unit": "15.5"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student/labs/05-mapping/77-rma-restock-vs-refund-split/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rma: $.rma,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restock: upper($.reason) != "DAMAGED",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refund: money(($.qty as Number) * ($.unit as Number))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"rma": "R1", "restock": false, "refund": 20.00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"rma": "R2", "restock": true, "refund": 15.50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DAMAGED means restock false. Refund qty times unit.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78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