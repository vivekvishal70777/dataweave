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Lab 80. Health claims flatten ICD diagnosis codes. One output row per diagnosis. Copy claimId and member. Skip empty codes. flatMap diagnoses. Skip empty ICD codes.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3–5 seconds. Do not show the solution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flatMap diagnoses. Skip empty ICD codes. If your output differs, check plus versus plus-plus, as Number, and nulls with default. Next lab is the next numbered folder. Stop. Do not start Lab 81 in this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80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Health claims flatten ICD diagnosis codes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Show the failing starter first. Hold the pause card before any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EC6FF"/>
                </a:solidFill>
                <a:latin typeface="Calibri"/>
              </a:rPr>
              <a:t>mapping   ·   8–12 min   ·   LAB-80-health-claims-flatten-icd-diagnosis-codes.mp4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80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The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This is Lab 80. Health claims flatten ICD diagnosis codes. One output row per diagnosis. Copy claimId and member. Skip empty codes.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flatMap diagnoses. Skip empty ICD codes.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80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Paste the payload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Set the MIME type to match the sample.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80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"claims": [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{ "claimId": "CL-1", "member": "M9", "dx": ["E11.9", "I10"]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{ "claimId": "CL-2", "member": "M9", "dx": [""]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]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020"/>
                </a:solidFill>
                <a:latin typeface="Calibri"/>
              </a:rPr>
              <a:t>PAUSE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Pause — try Lab 80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Pause the video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Open student/labs/05-mapping/80-health-claims-flatten-icd-diagnosis-codes/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Finish transform.dwl — wrong is fine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Resume when you have an attempt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80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Welcome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Welcome back. I will type the reference script. Follow along; do not paste blindly. Header first: percent dw two point oh, output, dash dash dash.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That should match Expected: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80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payload.claims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flatMap ((c) -&gt;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(c.dx default [])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  filter ((code) -&gt; !isEmpty(code))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  map { claimId: c.claimId, member: c.member, icd: $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80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Expected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[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"claimId": "CL-1", "member": "M9", "icd": "E11.9"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"claimId": "CL-1", "member": "M9", "icd": "I10"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80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Interview phrase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flatMap diagnoses. Skip empty ICD codes.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If your output differs, check plus versus plus-plus, as Number, and nulls with default. Next lab is the next numbered folder.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Stop. Do not start Lab 81 in this file.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