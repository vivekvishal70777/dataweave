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80. Health claims flatten ICD diagnosis codes. One output row per diagnosis. Copy claimId and member. Skip empty codes. flatMap diagnoses. Skip empty ICD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flatMap diagnoses. Skip empty ICD codes. If your output differs, check plus versus plus-plus, as Number, and nulls with default. Next lab is the next numbered folder. Stop. Do not start Lab 81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Health claims flatten ICD diagnosis codes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LAB-80-health-claims-flatten-icd-diagnosis-codes.mp4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80. Health claims flatten ICD diagnosis codes. One output row per diagnosis. Copy claimId and member. Skip empty codes.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diagnoses. Skip empty ICD codes.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"claims":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"claimId": "CL-1", "member": "M9", "dx": ["E11.9", "I10"]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"claimId": "CL-2", "member": "M9", "dx": [""]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student/labs/05-mapping/80-health-claims-flatten-icd-diagnosis-codes/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payload.claims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flatMap ((c)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(c.dx default [])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filter ((code) -&gt; !isEmpty(code))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  map { claimId: c.claimId, member: c.member, icd: $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"claimId": "CL-1", "member": "M9", "icd": "E11.9"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"claimId": "CL-1", "member": "M9", "icd": "I10"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flatMap diagnoses. Skip empty ICD codes.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81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