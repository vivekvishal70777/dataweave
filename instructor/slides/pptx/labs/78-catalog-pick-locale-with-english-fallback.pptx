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78. Catalog pick locale with English fallback. For each product pick name[locale] default name.en. Drop other locales. name[locale] default name.en.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name[locale] default name.en. If your output differs, check plus versus plus-plus, as Number, and nulls with default. Next lab is the next numbered folder. Stop. Do not start Lab 79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Catalog pick locale with English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mapping   ·   8–12 min   ·   LAB-78-catalog-pick-locale-with-english-fallback.mp4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78. Catalog pick locale with English fallback. For each product pick name[locale] default name.en. Drop other locales.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name[locale] default name.en.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"locale": "hi",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"products": 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"id": "P1", "name": { "en": "Shirt", "hi": "Kamiz" }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{ "id": "P2", "name": { "en": "Hat" }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student/labs/05-mapping/78-catalog-pick-locale-with-english-fallback/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loc = payload.locale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payload.products map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id: $.id,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title: ($.name[loc]) default $.name.en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"P1", "title": "Kamiz"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{ "id": "P2", "title": "Hat"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name[locale] default name.en.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79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