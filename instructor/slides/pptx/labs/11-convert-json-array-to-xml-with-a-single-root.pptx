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11. Convert JSON array to XML with a single root. Wrap users as XML `users/user`. XML XML needs one root. output application/xml and wrap the array.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XML needs one root. output application/xml and wrap the array. If your output differs, check plus versus plus-plus, as Number, and nulls with default. Next lab is the next numbered folder. Stop. Do not start Lab 12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Convert JSON array to XML with a single root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EC6FF"/>
                </a:solidFill>
                <a:latin typeface="Calibri"/>
              </a:rPr>
              <a:t>easy   ·   6–10 min   ·   LAB-11-convert-json-array-to-xml-with-a-single-root.mp4</a:t>
            </a:r>
          </a:p>
        </p:txBody>
      </p:sp>
      <p:pic>
        <p:nvPicPr>
          <p:cNvPr id="7" name="Picture 6" descr="dw-forma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This is Lab 11. Convert JSON array to XML with a single root. Wrap users as XML users/user. XML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XML needs one root. output application/xml and wrap the array.</a:t>
            </a:r>
          </a:p>
        </p:txBody>
      </p:sp>
      <p:pic>
        <p:nvPicPr>
          <p:cNvPr id="6" name="Picture 5" descr="dw-forma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  <p:pic>
        <p:nvPicPr>
          <p:cNvPr id="6" name="Picture 5" descr="dw-forma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[{ "id": "U-1", "name": "Asha Rao" }, { "id": "U-2", "name": "Ben Cole" }]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Pause — try Lab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Open student/labs/01-fundamentals/11-convert-json-array-to-xml-with-a-single-root/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  <p:pic>
        <p:nvPicPr>
          <p:cNvPr id="6" name="Picture 5" descr="dw-pau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1874519"/>
            <a:ext cx="324612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</p:txBody>
      </p:sp>
      <p:pic>
        <p:nvPicPr>
          <p:cNvPr id="6" name="Picture 5" descr="dw-forma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application/xml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users: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user: payload map 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id: $.id,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name: $.name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Expected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&lt;users&gt;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&lt;user&gt;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&lt;id&gt;U-1&lt;/id&gt;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&lt;name&gt;Asha Rao&lt;/name&gt;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&lt;/user&gt;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&lt;user&gt;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&lt;id&gt;U-2&lt;/id&gt;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&lt;name&gt;Ben Cole&lt;/name&gt;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&lt;/user&gt;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&lt;/users&gt;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XML needs one root. output application/xml and wrap the array.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Stop. Do not start Lab 12 in this file.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