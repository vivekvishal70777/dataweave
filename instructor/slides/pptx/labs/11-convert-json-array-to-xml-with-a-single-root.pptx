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Open PowerPoint Slide Show (F5). Share this window. Switch to Playground on code slides.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Lab 11. Convert JSON array to XML with a single root. Wrap users as XML `users/user`. XML XML needs one root. output application/xml and wrap the array.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Hold 3–5 seconds. Do not show the solution yet.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Type this. Read the header: percent dw two point oh, output, dash dash dash.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XML needs one root. output application/xml and wrap the array. If your output differs, check plus versus plus-plus, as Number, and nulls with default. Next lab is the next numbered folder. Stop. Do not start Lab 12 in this file.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192024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400" b="1">
                <a:solidFill>
                  <a:srgbClr val="FFFFFF"/>
                </a:solidFill>
                <a:latin typeface="Calibri"/>
              </a:rPr>
              <a:t>Convert JSON array to XML with a single root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657600"/>
            <a:ext cx="107899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000" b="0">
                <a:solidFill>
                  <a:srgbClr val="B7CBDE"/>
                </a:solidFill>
                <a:latin typeface="Calibri"/>
              </a:rPr>
              <a:t>Show the failing starter first. Hold the pause card before any solution.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5029200"/>
            <a:ext cx="109728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600" b="0">
                <a:solidFill>
                  <a:srgbClr val="3EC6FF"/>
                </a:solidFill>
                <a:latin typeface="Calibri"/>
              </a:rPr>
              <a:t>easy   ·   6–10 min   ·   LAB-11-convert-json-array-to-xml-with-a-single-root.mp4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The job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This is Lab 11. Convert JSON array to XML with a single root. Wrap users as XML users/user. XML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needs one root. output application/xml and wrap the array.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Paste the payload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Set the MIME type to match the sample.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Input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[{ "id": "U-1", "name": "Asha Rao" }, { "id": "U-2", "name": "Ben Cole" }]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3D291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FFB020"/>
                </a:solidFill>
                <a:latin typeface="Calibri"/>
              </a:rPr>
              <a:t>PAUSE CARD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Pause — try Lab 11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Pause the video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Open student/labs/01-fundamentals/11-convert-json-array-to-xml-with-a-single-root/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Finish transform.dwl — wrong is fine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B020"/>
                </a:solidFill>
                <a:latin typeface="Calibri"/>
              </a:rPr>
              <a:t>•  Resume when you have an attempt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Welcome back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Welcome back. I will type the reference script. Follow along; do not paste blindly. Header first: percent dw two point oh, output, dash dash dash.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That should match Expected: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Solution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%dw 2.0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output application/xml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---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users: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user: payload map {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id: $.id,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name: $.name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}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}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Expected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74519"/>
            <a:ext cx="10881360" cy="4297680"/>
          </a:xfrm>
          <a:prstGeom prst="roundRect">
            <a:avLst/>
          </a:prstGeom>
          <a:solidFill>
            <a:srgbClr val="06121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256032" tIns="164592"/>
          <a:lstStyle/>
          <a:p>
            <a:pPr algn="ctr"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&lt;users&gt;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&lt;user&gt;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&lt;id&gt;U-1&lt;/id&gt;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&lt;name&gt;Asha Rao&lt;/name&gt;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&lt;/user&gt;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&lt;user&gt;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&lt;id&gt;U-2&lt;/id&gt;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  &lt;name&gt;Ben Cole&lt;/name&gt;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  &lt;/user&gt;</a:t>
            </a:r>
          </a:p>
          <a:p>
            <a:pPr>
              <a:spcAft>
                <a:spcPts val="200"/>
              </a:spcAft>
            </a:pPr>
            <a:r>
              <a:rPr sz="1600" b="0">
                <a:solidFill>
                  <a:srgbClr val="D7E8F5"/>
                </a:solidFill>
                <a:latin typeface="Consolas"/>
              </a:rPr>
              <a:t>&lt;/users&gt;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274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56032"/>
            <a:ext cx="109728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 b="1">
                <a:solidFill>
                  <a:srgbClr val="3EC6FF"/>
                </a:solidFill>
                <a:latin typeface="Calibri"/>
              </a:rPr>
              <a:t>LAB 11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685800"/>
            <a:ext cx="109728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3200" b="1">
                <a:solidFill>
                  <a:srgbClr val="FFFFFF"/>
                </a:solidFill>
                <a:latin typeface="Calibri"/>
              </a:rPr>
              <a:t>Interview phrase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286000"/>
            <a:ext cx="106070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XML needs one root. output application/xml and wrap the array.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If your output differs, check plus versus plus-plus, as Number, and nulls with default. Next lab is the next numbered folder.</a:t>
            </a:r>
          </a:p>
          <a:p>
            <a:pPr>
              <a:spcAft>
                <a:spcPts val="1400"/>
              </a:spcAft>
            </a:pPr>
            <a:r>
              <a:rPr sz="2400" b="0">
                <a:solidFill>
                  <a:srgbClr val="FFFFFF"/>
                </a:solidFill>
                <a:latin typeface="Calibri"/>
              </a:rPr>
              <a:t>•  Stop. Do not start Lab 12 in this file.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