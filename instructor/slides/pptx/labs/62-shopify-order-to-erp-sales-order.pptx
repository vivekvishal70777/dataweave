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62. Shopify order to ERP sales order. Map line_items; skip SKU GIFT. Money strings. soldTo = last then first. channel WEB. Skip GIFT sku. soldTo last then first. price as Number with fun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GIFT sku. soldTo last then first. price as Number with fun money. If your output differs, check plus versus plus-plus, as Number, and nulls with default. Next lab is the next numbered folder. Stop. Do not start Lab 63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Shopify order to ERP sales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LAB-62-shopify-order-to-erp-sales-order.mp4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62. Shopify order to ERP sales order. Map line_items; skip SKU GIFT. Money strings. soldTo = last then first. channel WEB.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Skip GIFT sku. soldTo last then first. price as Number with fun money.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"id": 991,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"currency": "USD",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"shipping_address": { "first_name": "Sam", "last_name": "Patel"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"line_items":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"TEE-M", "quantity": 2, "price": "19.99"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"GIFT", "quantity": 1, "price": "25.00"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"HAT", "quantity": 1, "price": "12.5"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student/labs/05-mapping/62-shopify-order-to-erp-sales-order/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fun money(n: Number) = n as String {format: "0.00"} as Number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erpOrderId: payload.id as String,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currency: payload.currency,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channel: "WEB",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soldTo: (payload.shipping_address.last_name default "") ++ " " ++ (payload.shipping_address.first_name default ""),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lines: payload.line_items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filter ((l) -&gt; l.sku != "GIFT")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map { sku: $.sku, qty: $.quantity as Number, unitPrice: money($.price as Number)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"erpOrderId": "991",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"currency": "USD",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"channel": "WEB",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"soldTo": "Patel Sam",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"lines":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"TEE-M", "qty": 2, "unitPrice": 19.99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"HAT", "qty": 1, "unitPrice": 12.50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Skip GIFT sku. soldTo last then first. price as Number with fun money.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63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