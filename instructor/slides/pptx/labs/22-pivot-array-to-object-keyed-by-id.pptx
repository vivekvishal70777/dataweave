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22. Pivot array to object keyed by Id. `[{ "Id": "001xxA", "Name": "Acme" }]` → `{ "001xxA": "Acme" }` for O(1) lookup. Dynamic key reduce into an object keyed by Salesforce Id. Parentheses around the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reduce into an object keyed by Salesforce Id. Parentheses around the key. If your output differs, check plus versus plus-plus, as Number, and nulls with default. Next lab is the next numbered folder. Stop. Do not start Lab 23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Pivot array to object keyed by 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moderate   ·   6–10 min   ·   LAB-22-pivot-array-to-object-keyed-by-id.mp4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This is Lab 22. Pivot array to object keyed by Id. [{ "Id": "001xxA", "Name": "Acme" }] → { "001xxA": "Acme" } for O(1) lookup. Dynamic key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reduce into an object keyed by Salesforce Id. Parentheses around the key.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"Id": "001xxA", "Name": "Acme Corp"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"Id": "001xxB", "Name": "Globex"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Pause — try Lab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Open student/labs/02-intermediate/22-pivot-array-to-object-keyed-by-id/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 reduce ((item, acc = {}) -&gt; acc ++ { (item.Id): item.Name })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Expected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 "001xxA": "Acme Corp", "001xxB": "Globex" 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reduce into an object keyed by Salesforce Id. Parentheses around the key.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Stop. Do not start Lab 23 in this file.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