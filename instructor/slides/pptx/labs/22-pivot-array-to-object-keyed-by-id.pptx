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22. Pivot array to object keyed by Id. `[{ "Id": "001xxA", "Name": "Acme" }]` → `{ "001xxA": "Acme" }` for O(1) lookup. Dynamic key reduce into an object keyed by Salesforce Id. Parentheses around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into an object keyed by Salesforce Id. Parentheses around the key. If your output differs, check plus versus plus-plus, as Number, and nulls with default. Next lab is the next numbered folder. Stop. Do not start Lab 23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Pivot array to object keyed by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LAB-22-pivot-array-to-object-keyed-by-id.mp4</a:t>
            </a:r>
          </a:p>
        </p:txBody>
      </p:sp>
      <p:pic>
        <p:nvPicPr>
          <p:cNvPr id="7" name="Picture 6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22. Pivot array to object keyed by Id. [{ "Id": "001xxA", "Name": "Acme" }] → { "001xxA": "Acme" } for O(1) lookup. Dynamic key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reduce into an object keyed by Salesforce Id. Parentheses around the key.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"001xxA", "Name": "Acme Corp"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"001xxB", "Name": "Globex"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student/labs/02-intermediate/22-pivot-array-to-object-keyed-by-id/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reduce ((item, acc = {}) -&gt; acc ++ { (item.Id): item.Name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"001xxA": "Acme Corp", "001xxB": "Globex"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reduce into an object keyed by Salesforce Id. Parentheses around the key.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23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