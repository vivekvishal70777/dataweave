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35. Deduplicate by email, keep last record (CDC). `distinctBy` keeps distinctBy keeps first. Last-wins CDC: reduce keyed by email, then valuesOf.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distinctBy keeps first. Last-wins CDC: reduce keyed by email, then valuesOf. If your output differs, check plus versus plus-plus, as Number, and nulls with default. Next lab is the next numbered folder. Stop. Do not start Lab 36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Deduplicate by email, keep last record (CDC)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moderate   ·   6–10 min   ·   LAB-35-deduplicate-by-email-keep-last-record-cdc.mp4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35. Deduplicate by email, keep last record (CDC). distinctBy keeps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distinctBy keeps first. Last-wins CDC: reduce keyed by email, then valuesOf.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"email": "a@acme.com", "name": "Old"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"email": "b@acme.com", "name": "Bee"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"email": "a@acme.com", "name": "New"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student/labs/02-intermediate/35-deduplicate-by-email-keep-last-record-cdc/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New Asha-row for a@acme.com, plus Bee.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valuesOf(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payload reduce ((item, acc = {}) -&gt; acc ++ { (item.email): item })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distinctBy keeps first. Last-wins CDC: reduce keyed by email, then valuesOf.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36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