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35. Deduplicate by email, keep last record (CDC). `distinctBy` keeps distinctBy keeps first. Last-wins CDC: reduce keyed by email, then valuesOf.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distinctBy keeps first. Last-wins CDC: reduce keyed by email, then valuesOf. If your output differs, check plus versus plus-plus, as Number, and nulls with default. Next lab is the next numbered folder. Stop. Do not start Lab 36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Deduplicate by email, keep last record (CDC)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moderate   ·   6–10 min   ·   LAB-35-deduplicate-by-email-keep-last-record-cdc.mp4</a:t>
            </a:r>
          </a:p>
        </p:txBody>
      </p:sp>
      <p:pic>
        <p:nvPicPr>
          <p:cNvPr id="7" name="Picture 6" descr="dw-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This is Lab 35. Deduplicate by email, keep last record (CDC). distinctBy keeps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distinctBy keeps first. Last-wins CDC: reduce keyed by email, then valuesOf.</a:t>
            </a:r>
          </a:p>
        </p:txBody>
      </p:sp>
      <p:pic>
        <p:nvPicPr>
          <p:cNvPr id="6" name="Picture 5" descr="dw-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  <p:pic>
        <p:nvPicPr>
          <p:cNvPr id="6" name="Picture 5" descr="dw-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"email": "a@acme.com", "name": "Old"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"email": "b@acme.com", "name": "Bee"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"email": "a@acme.com", "name": "New"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Pause — try Lab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Open student/labs/02-intermediate/35-deduplicate-by-email-keep-last-record-cdc/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  <p:pic>
        <p:nvPicPr>
          <p:cNvPr id="6" name="Picture 5" descr="dw-pa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874519"/>
            <a:ext cx="324612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New Asha-row for a@acme.com, plus Bee.</a:t>
            </a:r>
          </a:p>
        </p:txBody>
      </p:sp>
      <p:pic>
        <p:nvPicPr>
          <p:cNvPr id="6" name="Picture 5" descr="dw-hero-transfo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valuesOf(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payload reduce ((item, acc = {}) -&gt; acc ++ { (item.email): item })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distinctBy keeps first. Last-wins CDC: reduce keyed by email, then valuesOf.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Lab 36 in this file.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