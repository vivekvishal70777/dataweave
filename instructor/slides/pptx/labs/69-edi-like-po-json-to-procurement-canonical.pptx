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69. EDI-like PO JSON to procurement canonical. Header po/vendor. Skip qty 0. needBy from yyyyMMdd to yyyy-MM-dd. EDI PO1 skip qty 0. Date yyyyMMdd to yyyy-MM-dd.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 PO1 skip qty 0. Date yyyyMMdd to yyyy-MM-dd. If your output differs, check plus versus plus-plus, as Number, and nulls with default. Next lab is the next numbered folder. Stop. Do not start Lab 70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EDI-like PO JSON to procurement canonical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mapping   ·   8–12 min   ·   LAB-69-edi-like-po-json-to-procurement-canonical.mp4</a:t>
            </a:r>
          </a:p>
        </p:txBody>
      </p:sp>
      <p:pic>
        <p:nvPicPr>
          <p:cNvPr id="7" name="Picture 6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69. EDI-like PO JSON to procurement canonical. Header po/vendor. Skip qty 0. needBy from yyyyMMdd to yyyy-MM-dd.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EDI PO1 skip qty 0. Date yyyyMMdd to yyyy-MM-dd.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"BEG": { "po": "PO-77", "vendor": "V-9"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"PO1":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"sku": "BOLT", "qty": "10", "aaa": "20260820"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"sku": "NUT", "qty": "0", "aaa": "20260821"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student/labs/05-mapping/69-edi-like-po-json-to-procurement-canonical/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poNum: payload.BEG.po,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vendor: payload.BEG.vendor,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lines: payload.PO1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filter ((l) -&gt; (l.qty as Number) &gt; 0)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map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  sku: $.sku,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  qty: $.qty as Number,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  needBy: ($.aaa as Date {format: "yyyyMMdd"}) as String {format: "yyyy-MM-dd"}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"poNum": "PO-77",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"vendor": "V-9",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"lines":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"sku": "BOLT", "qty": 10, "needBy": "2026-08-20"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EDI PO1 skip qty 0. Date yyyyMMdd to yyyy-MM-dd.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70 in this file.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