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29. CSV to JSON with number coercion. Incoming CSV with header. Coerce `Amount` to Number. MIME `application/csv`. CSV with header becomes an array of objects. Coerce Amount as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 with header becomes an array of objects. Coerce Amount as Number. If your output differs, check plus versus plus-plus, as Number, and nulls with default. Next lab is the next numbered folder. Stop. Do not start Lab 30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CSV to JSON with number coercion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LAB-29-csv-to-json-with-number-coercion.mp4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29. CSV to JSON with number coercion. Incoming CSV with header. Coerce Amount to Number. MIME application/csv.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CSV with header becomes an array of objects. Coerce Amount as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Name,Amount,City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Asha,10.5,Pune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Ben,3,Mumbai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student/labs/02-intermediate/29-csv-to-json-with-number-coercion/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$.Name,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amount: $.Amount as Number,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city: $.City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"name": "Asha", "amount": 10.5, "city": "Pune"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"name": "Ben", "amount": 3, "city": "Mumbai"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CSV with header becomes an array of objects. Coerce Amount as Number.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30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