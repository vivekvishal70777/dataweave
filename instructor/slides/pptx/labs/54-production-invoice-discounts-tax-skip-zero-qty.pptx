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54. Production invoice: discounts, tax, skip zero qty. Drop lines with `qty` ≤ 0. `lineTotal = qty * price * (1 - discountPct)` rounded to 2 decimals. `subtotal` = sum of line totals. `tax` = subtotal × `taxRate`. `grandTotal` = subtotal + tax. Header `var` / `fun money`. Filter qty greater than zero. Discount then tax. fun money on every currency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Filter qty greater than zero. Discount then tax. fun money on every currency field. If your output differs, check plus versus plus-plus, as Number, and nulls with default. Next lab is the next numbered folder. Stop. Do not start Lab 55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Production invoice: discounts, tax, skip zero qty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hard   ·   8–12 min   ·   LAB-54-production-invoice-discounts-tax-skip-zero-qty.mp4</a:t>
            </a:r>
          </a:p>
        </p:txBody>
      </p:sp>
      <p:pic>
        <p:nvPicPr>
          <p:cNvPr id="7" name="Picture 6" descr="dw-mone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This is Lab 54. Production invoice: discounts, tax, skip zero qty.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Drop lines with qty ≤ 0. lineTotal = qty * price * (1 - discountPct) rounded to 2 decimals. subtotal = sum of line totals. tax = subtotal × taxRate. grandTotal = subtotal + tax.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Header var / fun money.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Filter qty greater than zero. Discount then tax. fun money on every currency field.</a:t>
            </a:r>
          </a:p>
        </p:txBody>
      </p:sp>
      <p:pic>
        <p:nvPicPr>
          <p:cNvPr id="6" name="Picture 5" descr="dw-mone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  <p:pic>
        <p:nvPicPr>
          <p:cNvPr id="6" name="Picture 5" descr="dw-mone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"taxRate": 0.18,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"currency": "INR",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"lines": 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"sku": "SKU-A", "qty": 2, "price": 50, "discountPct": 0.10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"sku": "SKU-B", "qty": 1, "price": 100, "discountPct": 0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"sku": "SKU-Z", "qty": 0, "price": 999, "discountPct": 0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]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Pause — try Lab 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Open student/labs/03-advanced/54-production-invoice-discounts-tax-skip-zero-qty/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SKU-Z omitted; SKU-A lineTotal 90.00; SKU-B 100.00; subtotal 190.00; tax 34.20; grandTotal 224.20.</a:t>
            </a:r>
          </a:p>
        </p:txBody>
      </p:sp>
      <p:pic>
        <p:nvPicPr>
          <p:cNvPr id="6" name="Picture 5" descr="dw-mone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fun money(n: Number) = n as String {format: "0.00"} as Number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var lines = payload.lines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filter ((l) -&gt; (l.qty as Number) &gt; 0)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map (l) -&gt; do {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var qty = l.qty as Number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var price = l.price as Number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var disc = (l.discountPct default 0) as Number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---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l ++ { lineTotal: money(qty * price * (1 - disc)) }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var subtotal = money(sum(lines.lineTotal))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var tax = money(subtotal * payload.taxRate)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Filter qty greater than zero. Discount then tax. fun money on every currency field.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Lab 55 in this file.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