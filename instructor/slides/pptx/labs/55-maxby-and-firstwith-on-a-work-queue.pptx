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55. maxBy and firstWith on a work queue. From a list of orders, return `{ richest, firstPaid }`. `richest` is the item with max `amount` (coerce Number). `firstPaid` is the first item whose status is `PAID` (any case). Import `dw::core::Arrays`. maxBy returns the item. firstWith is the first PAID. Import Arrays. Coerce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maxBy returns the item. firstWith is the first PAID. Import Arrays. Coerce amount. If your output differs, check plus versus plus-plus, as Number, and nulls with default. Next lab is the next numbered folder. Stop. Do not start Lab 56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maxBy and firstWith on a work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industry   ·   8–12 min   ·   LAB-55-maxby-and-firstwith-on-a-work-queue.mp4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55. maxBy and firstWith on a work queue.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From a list of orders, return { richest, firstPaid }. richest is the item with max amount (coerce Number). firstPaid is the first item whose status is PAID (any case).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Import dw::core::Arrays.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maxBy returns the item. firstWith is the first PAID. Import Arrays. Coerce amount.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"O1", "status": "NEW", "amount": "40"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"O2", "status": "paid", "amount": "15"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"O3", "status": "PAID", "amount": 90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student/labs/04-industry/55-maxby-and-firstwith-on-a-work-queue/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richest: payload maxBy ((o) -&gt; o.amount as Number),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firstPaid: payload firstWith ((o) -&gt; lower(o.status as String) == "paid")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"richest": { "id": "O3", "status": "PAID", "amount": 90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"firstPaid": { "id": "O2", "status": "paid", "amount": "15"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maxBy returns the item. firstWith is the first PAID. Import Arrays. Coerce amount.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56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