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27. Parse mixed date formats (ISO or dd/MM/yyyy). Accept `yyyy-MM-dd` or `dd/MM/yyyy`. Invalid → `null`. Do try the first date format, orElseTry the next. default will not save a bad as-Date.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the first date format, orElseTry the next. default will not save a bad as-Date. If your output differs, check plus versus plus-plus, as Number, and nulls with default. Next lab is the next numbered folder. Stop. Do not start Lab 28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Parse mixed date formats (ISO or dd/MM/yyyy)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LAB-27-parse-mixed-date-formats-iso-or-dd-mm-yyyy.mp4</a:t>
            </a:r>
          </a:p>
        </p:txBody>
      </p:sp>
      <p:pic>
        <p:nvPicPr>
          <p:cNvPr id="7" name="Picture 6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27. Parse mixed date formats (ISO or dd/MM/yyyy). Accept yyyy-MM-dd or dd/MM/yyyy. Invalid → null. Do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try the first date format, orElseTry the next. default will not save a bad as-Date.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"E-1", "date": "2026-08-20"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"E-2", "date": "21/08/2026"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"E-3", "date": "not-a-date"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student/labs/02-intermediate/27-parse-mixed-date-formats-iso-or-dd-mm-yyyy/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first two parse to dates; third date is null.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try, orElseTry, orElse from dw::Runtime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parseDate(s) =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try(() -&gt; s as Date {format: "yyyy-MM-dd"})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orElseTry (() -&gt; s as Date {format: "dd/MM/yyyy"})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orElse null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 id: $.id, date: parseDate($.date as String)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try the first date format, orElseTry the next. default will not save a bad as-Date.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28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