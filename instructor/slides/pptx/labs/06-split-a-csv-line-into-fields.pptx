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06. Split a CSV line into fields. Split a single inbound line `"Asha,IT,Pune"` on comma (no quoted commas). Output an array of fields. splitBy comma turns a CSV line into an array of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splitBy comma turns a CSV line into an array of fields. If your output differs, check plus versus plus-plus, as Number, and nulls with default. Next lab is the next numbered folder. Stop. Do not start Lab 07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Split a CSV line into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LAB-06-split-a-csv-line-into-fields.mp4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06. Split a CSV line into fields. Split a single inbound line "Asha,IT,Pune" on comma (no quoted commas). Output an array of fields.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splitBy comma turns a CSV line into an array of fields.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Asha,IT,Pune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student/labs/01-fundamentals/06-split-a-csv-line-into-fields/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["Asha", "IT", "Pune"]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splitBy ","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splitBy comma turns a CSV line into an array of fields.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07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