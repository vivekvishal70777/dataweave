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06. Split a CSV line into fields. Split a single inbound line `"Asha,IT,Pune"` on comma (no quoted commas). Output an array of fields. splitBy comma turns a CSV line into an array of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splitBy comma turns a CSV line into an array of fields. If your output differs, check plus versus plus-plus, as Number, and nulls with default. Next lab is the next numbered folder. Stop. Do not start Lab 07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Split a CSV line into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easy   ·   6–10 min   ·   LAB-06-split-a-csv-line-into-fields.mp4</a:t>
            </a:r>
          </a:p>
        </p:txBody>
      </p:sp>
      <p:pic>
        <p:nvPicPr>
          <p:cNvPr id="7" name="Picture 6" descr="dw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06. Split a CSV line into fields. Split a single inbound line "Asha,IT,Pune" on comma (no quoted commas). Output an array of fields.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splitBy comma turns a CSV line into an array of fields.</a:t>
            </a:r>
          </a:p>
        </p:txBody>
      </p:sp>
      <p:pic>
        <p:nvPicPr>
          <p:cNvPr id="6" name="Picture 5" descr="dw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Asha,IT,Pune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student/labs/01-fundamentals/06-split-a-csv-line-into-fields/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["Asha", "IT", "Pune"]</a:t>
            </a:r>
          </a:p>
        </p:txBody>
      </p:sp>
      <p:pic>
        <p:nvPicPr>
          <p:cNvPr id="6" name="Picture 5" descr="dw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splitBy ","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splitBy comma turns a CSV line into an array of fields.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07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