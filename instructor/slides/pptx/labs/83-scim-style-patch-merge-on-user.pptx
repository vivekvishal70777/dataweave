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83. SCIM-style patch merge on user. Apply replace email and add phone. Reduce over ops starting from user. Reduce patch ops. replace email, add phone with plus-plus.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patch ops. replace email, add phone with plus-plus. If your output differs, check plus versus plus-plus, as Number, and nulls with default. Next lab is the next numbered folder. Stop. Do not start Lab 84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SCIM-style patch merge on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LAB-83-scim-style-patch-merge-on-user.mp4</a:t>
            </a:r>
          </a:p>
        </p:txBody>
      </p:sp>
      <p:pic>
        <p:nvPicPr>
          <p:cNvPr id="7" name="Picture 6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83. SCIM-style patch merge on user. Apply replace email and add phone. Reduce over ops starting from user.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Reduce patch ops. replace email, add phone with plus-plus.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"user": { "id": "U1", "email": "old@x.com", "phones": ["111"]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"ops":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"op": "replace", "path": "email", "value": "new@x.com"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"op": "add", "path": "phones", "value": "222"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student/labs/05-mapping/83-scim-style-patch-merge-on-user/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payload.ops reduce ((op, acc = payload.user) -&gt;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if (op.op == "replace" and op.path == "email")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acc ++ { email: op.value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else if (op.op == "add" and op.path == "phones")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acc ++ { phones: (acc.phones default []) ++ [op.value]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else acc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"id": "U1",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"email": "new@x.com",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"phones": ["111", "222"]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Reduce patch ops. replace email, add phone with plus-plus.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84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