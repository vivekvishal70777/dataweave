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70. Bank statement lines to signed running ledger. CR positive, DR negative. Running balance from 0. fun money. CR plus, DR minus. reduce running balance. fun money.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 plus, DR minus. reduce running balance. fun money. If your output differs, check plus versus plus-plus, as Number, and nulls with default. Next lab is the next numbered folder. Stop. Do not start Lab 71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Bank statement lines to signed running ledger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mapping   ·   8–12 min   ·   LAB-70-bank-statement-lines-to-signed-running-ledger.mp4</a:t>
            </a:r>
          </a:p>
        </p:txBody>
      </p:sp>
      <p:pic>
        <p:nvPicPr>
          <p:cNvPr id="7" name="Picture 6" descr="dw-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This is Lab 70. Bank statement lines to signed running ledger. CR positive, DR negative. Running balance from 0. fun money.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CR plus, DR minus. reduce running balance. fun money.</a:t>
            </a:r>
          </a:p>
        </p:txBody>
      </p:sp>
      <p:pic>
        <p:nvPicPr>
          <p:cNvPr id="6" name="Picture 5" descr="dw-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  <p:pic>
        <p:nvPicPr>
          <p:cNvPr id="6" name="Picture 5" descr="dw-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"nar": "SALARY", "dc": "CR", "amt": "1000.00"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"nar": "UPI", "dc": "DR", "amt": "250.5"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"nar": "REV", "dc": "CR", "amt": "50"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Pause — try Lab 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Open student/labs/05-mapping/70-bank-statement-lines-to-signed-running-ledger/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  <p:pic>
        <p:nvPicPr>
          <p:cNvPr id="6" name="Picture 5" descr="dw-pau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74519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fun money(n: Number) = n as String {format: "0.00"} as Number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payload reduce ((row, acc = { bal: 0, out: [] }) -&gt; do {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var signed = if (row.dc == "DR") -(row.amt as Number) else (row.amt as Number)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var next = acc.bal + signed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---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{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  bal: next,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  out: acc.out ++ [{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    narration: row.nar,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    amount: money(signed),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    balance: money(next)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  }]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Expected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"narration": "SALARY", "amount": 1000.00, "balance": 1000.00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"narration": "UPI", "amount": -250.50, "balance": 749.50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"narration": "REV", "amount": 50.00, "balance": 799.50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CR plus, DR minus. reduce running balance. fun money.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Lab 71 in this file.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