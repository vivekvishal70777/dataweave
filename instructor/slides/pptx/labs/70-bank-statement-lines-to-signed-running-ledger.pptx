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70. Bank statement lines to signed running ledger. CR positive, DR negative. Running balance from 0. fun money. CR plus, DR minus. reduce running balance. fun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plus, DR minus. reduce running balance. fun money. If your output differs, check plus versus plus-plus, as Number, and nulls with default. Next lab is the next numbered folder. Stop. Do not start Lab 71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Bank statement lines to signed running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LAB-70-bank-statement-lines-to-signed-running-ledger.mp4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70. Bank statement lines to signed running ledger. CR positive, DR negative. Running balance from 0.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CR plus, DR minus. reduce running balance. fun money.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"nar": "SALARY", "dc": "CR", "amt": "1000.00"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"nar": "UPI", "dc": "DR", "amt": "250.5"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"nar": "REV", "dc": "CR", "amt": "50"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student/labs/05-mapping/70-bank-statement-lines-to-signed-running-ledger/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payload reduce ((row, acc = { bal: 0, out: [] })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signed = if (row.dc == "DR") -(row.amt as Number) else (row.amt as Number)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next = acc.bal + signed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bal: next,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out: acc.out ++ [{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narration: row.nar,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amount: money(signed),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balance: money(next)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}]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"narration": "SALARY", "amount": 1000.00, "balance": 1000.00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"narration": "UPI", "amount": -250.50, "balance": 749.50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"narration": "REV", "amount": 50.00, "balance": 799.50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CR plus, DR minus. reduce running balance.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71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