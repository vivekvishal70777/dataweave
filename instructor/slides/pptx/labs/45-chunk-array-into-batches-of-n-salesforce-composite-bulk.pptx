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45. Chunk array into batches of N (Salesforce Composite / bulk). Split work into batches of 2 for a bulk API that caps records per call. divideBy n for Salesforce Composite batch caps.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divideBy n for Salesforce Composite batch caps. If your output differs, check plus versus plus-plus, as Number, and nulls with default. Next lab is the next numbered folder. Stop. Do not start Lab 46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Chunk array into batches of N (Salesforce Composite / bulk)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hard   ·   8–12 min   ·   LAB-45-chunk-array-into-batches-of-n-salesforce-composite-bulk.mp4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45. Chunk array into batches of N (Salesforce Composite / bulk). Split work into batches of 2 for a bulk API that caps records per call.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divideBy n for Salesforce Composite batch caps.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[1, 2, 3, 4, 5]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student/labs/03-advanced/45-chunk-array-into-batches-of-n-salesforce-composite-bulk/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[[1, 2], [3, 4], [5]]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divideBy from dw::core::Arrays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divideBy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divideBy n for Salesforce Composite batch caps.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46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