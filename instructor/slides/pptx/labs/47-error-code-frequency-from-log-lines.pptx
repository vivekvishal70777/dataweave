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47. Error-code frequency from log lines. Count case-insensitive tokens in an ops log string (same skill as word frequency). Ignore empty pieces. Ops log histogram. lower, split, groupBy, sizeOf.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 log histogram. lower, split, groupBy, sizeOf. If your output differs, check plus versus plus-plus, as Number, and nulls with default. Next lab is the next numbered folder. Stop. Do not start Lab 48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Error-code frequency from log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LAB-47-error-code-frequency-from-log-lines.mp4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47. Error-code frequency from log lines. Count case-insensitive tokens in an ops log string (same skill as word frequency). Ignore empty pieces.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Ops log histogram. lower, split, groupBy, sizeOf.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TIMEOUT timeout 429 TIMEOUT mule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student/labs/03-advanced/47-error-code-frequency-from-log-lines/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{ "timeout": 3, "429": 1, "mule": 1 } (key order may vary)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words = lower(payload) splitBy /[^a-z0-9]+/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(words filter !isEmpty($))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groupBy $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mapObject ((v, k) -&gt; { (k): sizeOf(v)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Ops log histogram. lower, split, groupBy, sizeOf.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48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