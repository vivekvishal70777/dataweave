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36. Dynamic object keys from header pairs. HTTP/query pairs `[{ "k": "X-Request-Id", "v": "abc" }]` → object. Parentheses around the key expression. Parentheses around header names as keys. Without them the key is literal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Parentheses around header names as keys. Without them the key is literal k. If your output differs, check plus versus plus-plus, as Number, and nulls with default. Next lab is the next numbered folder. Stop. Do not start Lab 37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Dynamic object keys from header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LAB-36-dynamic-object-keys-from-header-pairs.mp4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36. Dynamic object keys from header pairs. HTTP/query pairs [{ "k": "X-Request-Id", "v": "abc" }] → object. Parentheses around the key expression.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Parentheses around header names as keys. Without them the key is literal 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"k": "X-Request-Id", "v": "abc-123"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"k": "X-Correlation-Id", "v": "corr-9"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student/labs/02-intermediate/36-dynamic-object-keys-from-header-pairs/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reduce ((p, acc = {}) -&gt; acc ++ { (p.k): p.v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"X-Request-Id": "abc-123", "X-Correlation-Id": "corr-9"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Parentheses around header names as keys. Without them the key is literal k.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37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