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13. Classify an HTTP/integration status. From `{ "httpStatus": 503 }`, return `"retry"` for 408/429/5xx, `"client"` for 4xx, `"ok"` for 2xx, else `"other"`. No Java ternary. Retry on 408, 429, and 5xx. if/else is an expression, not a school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Retry on 408, 429, and 5xx. if/else is an expression, not a school grade. If your output differs, check plus versus plus-plus, as Number, and nulls with default. Next lab is the next numbered folder. Stop. Do not start Lab 14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Classify an HTTP/integration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LAB-13-classify-an-http-integration-status.mp4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13. Classify an HTTP/integration status.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From { "httpStatus": 503 }, return "retry" for 408/429/5xx, "client" for 4xx, "ok" for 2xx, else "other". No Java ternary.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Retry on 408, 429, and 5xx. if/else is an expression, not a school grade.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"httpStatus": 503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student/labs/01-fundamentals/13-classify-an-http-integration-status/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"retry"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s = payload.httpStatus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if ([408, 429] contains s) "retry"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if (s &gt;= 500 and s &lt; 600) "retry"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if (s &gt;= 200 and s &lt; 300) "ok"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if (s &gt;= 400 and s &lt; 500) "client"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"other"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Retry on 408, 429, and 5xx. if/else is an expression, not a school grade.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14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