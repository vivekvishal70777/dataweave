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07. Join SKUs into a comma-separated string. Join `["SKU-A", "SKU-B", "SKU-C"]` with `","` for a query parameter or header. joinBy builds a query string of SKUs. Arrays use plus-plus; joinBy builds one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joinBy builds a query string of SKUs. Arrays use plus-plus; joinBy builds one string. If your output differs, check plus versus plus-plus, as Number, and nulls with default. Next lab is the next numbered folder. Stop. Do not start Lab 08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Join SKUs into a comma-separated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easy   ·   6–10 min   ·   LAB-07-join-skus-into-a-comma-separated-string.mp4</a:t>
            </a:r>
          </a:p>
        </p:txBody>
      </p:sp>
      <p:pic>
        <p:nvPicPr>
          <p:cNvPr id="7" name="Picture 6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07. Join SKUs into a comma-separated string. Join ["SKU-A", "SKU-B", "SKU-C"] with "," for a query parameter or header.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joinBy builds a query string of SKUs. Arrays use plus-plus; joinBy builds one string.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["SKU-A", "SKU-B", "SKU-C"]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student/labs/01-fundamentals/07-join-skus-into-a-comma-separated-string/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"SKU-A,SKU-B,SKU-C"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joinBy ","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joinBy builds a query string of SKUs. Arrays use plus-plus; joinBy builds one string.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08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