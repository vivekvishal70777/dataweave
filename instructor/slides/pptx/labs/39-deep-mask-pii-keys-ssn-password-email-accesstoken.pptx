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39. Deep mask PII keys (`ssn`, `password`, `email`, `accessToken`). Replace those keys with `" Mask email, ssn, password, and accessToken at every depth before you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Mask email, ssn, password, and accessToken at every depth before you log. If your output differs, check plus versus plus-plus, as Number, and nulls with default. Next lab is the next numbered folder. Stop. Do not start Lab 40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Deep mask PII keys (ssn, password, email, accessToken)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LAB-39-deep-mask-pii-keys-ssn-password-email-accesstoken.mp4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39. Deep mask PII keys (ssn, password, email, accessToken). Replace those keys with `"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Mask email, ssn, password, and accessToken at every depth before you 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"name": "Asha Rao",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"email": "asha@acme.com",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"address": { "ssn": "AAAAA1234A", "city": "Pune"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"auth": { "accessToken": "00Dxx...", "password": "x"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student/labs/03-advanced/39-deep-mask-pii-keys-ssn-password-email-accesstoken/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secret fields "****", name and city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hidden = ["ssn", "password", "email", "accesstoken"]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mask(x) =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o is Object -&gt; o mapObject ((v, k) -&gt;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(k): if (hidden contains lower(k as String)) "****" else mask(v)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})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case a is Array -&gt; a map mask($)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else -&gt; x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mask(payload)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Mask email, ssn, password, and accessToken at every depth before you log.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40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