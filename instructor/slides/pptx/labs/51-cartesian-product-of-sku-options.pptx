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Lab 51. Cartesian product of SKU options. Product configurator: every color × every size. Cartesian SKU options: colors flatMap sizes.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Hold 3–5 seconds. Do not show the solution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Cartesian SKU options: colors flatMap sizes. If your output differs, check plus versus plus-plus, as Number, and nulls with default. Next lab is the next numbered folder. Stop. Do not start Lab 52 in this file.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51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6675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Cartesian product of SKU options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94760"/>
            <a:ext cx="6675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B7CBDE"/>
                </a:solidFill>
                <a:latin typeface="Calibri"/>
              </a:rPr>
              <a:t>Show the failing starter first. Hold the pause card before any solution.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0"/>
            <a:ext cx="6766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3EC6FF"/>
                </a:solidFill>
                <a:latin typeface="Calibri"/>
              </a:rPr>
              <a:t>hard   ·   8–12 min   ·   LAB-51-cartesian-product-of-sku-options.mp4</a:t>
            </a:r>
          </a:p>
        </p:txBody>
      </p:sp>
      <p:pic>
        <p:nvPicPr>
          <p:cNvPr id="7" name="Picture 6" descr="dw-la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1325880"/>
            <a:ext cx="4160520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51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The job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This is Lab 51. Cartesian product of SKU options. Product configurator: every color × every size.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Cartesian SKU options: colors flatMap sizes.</a:t>
            </a:r>
          </a:p>
        </p:txBody>
      </p:sp>
      <p:pic>
        <p:nvPicPr>
          <p:cNvPr id="6" name="Picture 5" descr="dw-la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51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Paste the payload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Set the MIME type to match the sample.</a:t>
            </a:r>
          </a:p>
        </p:txBody>
      </p:sp>
      <p:pic>
        <p:nvPicPr>
          <p:cNvPr id="6" name="Picture 5" descr="dw-la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51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Input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{ "colors": ["R", "G"], "sizes": ["S", "M"] }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D29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FFB020"/>
                </a:solidFill>
                <a:latin typeface="Calibri"/>
              </a:rPr>
              <a:t>PAUSE CARD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Pause — try Lab 51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B020"/>
                </a:solidFill>
                <a:latin typeface="Calibri"/>
              </a:rPr>
              <a:t>•  Pause the video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B020"/>
                </a:solidFill>
                <a:latin typeface="Calibri"/>
              </a:rPr>
              <a:t>•  Open student/labs/03-advanced/51-cartesian-product-of-sku-options/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B020"/>
                </a:solidFill>
                <a:latin typeface="Calibri"/>
              </a:rPr>
              <a:t>•  Finish transform.dwl — wrong is fine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B020"/>
                </a:solidFill>
                <a:latin typeface="Calibri"/>
              </a:rPr>
              <a:t>•  Resume when you have an attempt</a:t>
            </a:r>
          </a:p>
        </p:txBody>
      </p:sp>
      <p:pic>
        <p:nvPicPr>
          <p:cNvPr id="6" name="Picture 5" descr="dw-paus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6760" y="1874519"/>
            <a:ext cx="3246120" cy="32461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51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Welcome back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Welcome back. I will type the reference script. Follow along; do not paste blindly. Header first: percent dw two point oh, output, dash dash dash.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That should match Expected: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four objects { color, size }.</a:t>
            </a:r>
          </a:p>
        </p:txBody>
      </p:sp>
      <p:pic>
        <p:nvPicPr>
          <p:cNvPr id="6" name="Picture 5" descr="dw-hero-transfor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51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Solution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%dw 2.0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output application/json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---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payload.colors flatMap ((c) -&gt;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payload.sizes map (s) -&gt; { color: c, size: s }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51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Interview phrase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Cartesian SKU options: colors flatMap sizes.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If your output differs, check plus versus plus-plus, as Number, and nulls with default. Next lab is the next numbered folder.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Stop. Do not start Lab 52 in this file.</a:t>
            </a:r>
          </a:p>
        </p:txBody>
      </p:sp>
      <p:pic>
        <p:nvPicPr>
          <p:cNvPr id="6" name="Picture 5" descr="dw-intervie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