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51. Cartesian product of SKU options. Product configurator: every color × every size. Cartesian SKU options: colors flatMap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Cartesian SKU options: colors flatMap sizes. If your output differs, check plus versus plus-plus, as Number, and nulls with default. Next lab is the next numbered folder. Stop. Do not start Lab 52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Cartesian product of SKU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LAB-51-cartesian-product-of-sku-options.mp4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51. Cartesian product of SKU options. Product configurator: every color × every size.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Cartesian SKU options: colors flatMap sizes.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"colors": ["R", "G"], "sizes": ["S", "M"]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student/labs/03-advanced/51-cartesian-product-of-sku-options/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four objects { color, size 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payload.colors flatMap ((c)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payload.sizes map (s) -&gt; { color: c, size: s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Cartesian SKU options: colors flatMap sizes.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52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