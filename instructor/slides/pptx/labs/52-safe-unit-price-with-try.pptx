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52. Safe unit price with `try`. `amount / qty`; if `qty` is 0 or not numeric, return `null`. Contrast with `default` (nulls only). try divide, orElse null. default only helps null, not divide by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divide, orElse null. default only helps null, not divide by zero. If your output differs, check plus versus plus-plus, as Number, and nulls with default. Next lab is the next numbered folder. Stop. Do not start Lab 53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Safe unit price with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LAB-52-safe-unit-price-with-try.mp4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52. Safe unit price with try. amount / qty; if qty is 0 or not numeric, return null. Contrast with default (nulls only).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divide, orElse null. default only helps null, not divide by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"L-1", "amount": "10", "qty": "2"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"L-2", "amount": 10, "qty": 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"L-3", "amount": 10, "qty": "n/a"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student/labs/03-advanced/52-safe-unit-price-with-try/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unit 5, then null, then null.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try, orElse from dw::Runtime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unit: try(() -&gt; ($.amount as Number) / ($.qty as Number)) orElse null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divide, orElse null. default only helps null, not divide by zero.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53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