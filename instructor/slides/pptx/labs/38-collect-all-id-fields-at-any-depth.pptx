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38. Collect all `id` fields at any depth. Return every `id` in a nested integration payload. Descendant `payload..id` is acceptable; be ready to recurse if the interviewer forbids `..`. Descendant selector payload..id, or recurse if they forbid two dots.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Descendant selector payload..id, or recurse if they forbid two dots. If your output differs, check plus versus plus-plus, as Number, and nulls with default. Next lab is the next numbered folder. Stop. Do not start Lab 39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Collect all id fields at any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hard   ·   8–12 min   ·   LAB-38-collect-all-id-fields-at-any-depth.mp4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38. Collect all id fields at any depth. Return every id in a nested integration payload.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Descendant payload..id is acceptable; be ready to recurse if the interviewer forbids ...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Descendant selector payload..id, or recurse if they forbid two dots.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"id": "root",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"child": { "id": "c1", "items": [{ "id": "i1" }, { "sku": "x" }]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student/labs/03-advanced/38-collect-all-id-fields-at-any-depth/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["root", "c1", "i1"] (walk order may vary)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payload..id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Descendant selector payload..id, or recurse if they forbid two dots.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39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