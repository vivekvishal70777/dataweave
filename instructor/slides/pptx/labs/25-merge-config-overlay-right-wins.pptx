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25. Merge config overlay (right wins). Shallow-merge `base` with `overlay`. Right-hand keys win. Both objects live on plus-plus shallow merge. Overlay lives on payload so Playground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plus-plus shallow merge. Overlay lives on payload so Playground works. If your output differs, check plus versus plus-plus, as Number, and nulls with default. Next lab is the next numbered folder. Stop. Do not start Lab 26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Merge config overlay (right wins)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moderate   ·   6–10 min   ·   LAB-25-merge-config-overlay-right-wins.mp4</a:t>
            </a:r>
          </a:p>
        </p:txBody>
      </p:sp>
      <p:pic>
        <p:nvPicPr>
          <p:cNvPr id="7" name="Picture 6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25. Merge config overlay (right wins). Shallow-merge base with overlay. Right-hand keys win. Both objects live on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plus-plus shallow merge. Overlay lives on payload so Playground works.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"base": { "timeout": 30, "retries": 2, "region": "us-east-1"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"overlay": { "retries": 5, "region": "ap-south-1"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student/labs/02-intermediate/25-merge-config-overlay-right-wins/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group-redu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payload.base ++ payload.overlay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 "timeout": 30, "retries": 5, "region": "ap-south-1"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plus-plus shallow merge. Overlay lives on payload so Playground works.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26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