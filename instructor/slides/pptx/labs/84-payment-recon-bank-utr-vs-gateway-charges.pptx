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84. Payment recon: bank UTR vs gateway charges. Match on utr. Status MATCHED if amounts equal (as Number), AMOUNT_MISMATCH if both exist else UNMATCHED. Include both sides. Union of UTR keys. MATCHED only if both amounts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Union of UTR keys. MATCHED only if both amounts equal. If your output differs, check plus versus plus-plus, as Number, and nulls with default. Next lab is the next numbered folder. Stop. Do not start Lab 85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Payment recon: bank UTR vs gateway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LAB-84-payment-recon-bank-utr-vs-gateway-charges.mp4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84. Payment recon: bank UTR vs gateway charges. Match on utr.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Status MATCHED if amounts equal (as Number), AMOUNT_MISMATCH if both exist else UNMATCHED. Include both sides.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Union of UTR keys. MATCHED only if both amounts equal.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"bank":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"utr": "U1", "amt": "100.00"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"utr": "U2", "amt": "40"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"gateway":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"utr": "U1", "amt": 100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"utr": "U3", "amt": 9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student/labs/05-mapping/84-payment-recon-bank-utr-vs-gateway-charges/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money(n) = if (n == null) null else (n as Number) as String {format: "0.00"}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b = payload.bank groupBy $.utr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g = payload.gateway groupBy $.utr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keys = (namesOf(b) ++ namesOf(g)) distinctBy $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keys map (k)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bv = b[k][0].amt default null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gv = g[k][0].amt default null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utr: k,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status: if (bv != null and gv != null)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        if ((bv as Number) == (gv as Number)) "MATCHED" else "AMOUNT_MISMATCH"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"utr": "U1", "status": "MATCHED", "bank": 100.00, "gateway": 100.00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"utr": "U2", "status": "UNMATCHED", "bank": 40.00, "gateway": null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"utr": "U3", "status": "UNMATCHED", "bank": null, "gateway": 9.00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Union of UTR keys. MATCHED only if both amounts equal.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85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