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56. Shift DateTime to IST for display. Canonical APIs store UTC. Output `occurredAtIst` as `dd-MMM-yyyy HH:mm` in `Asia/Kolkata`. Do not use `now()`. Shift UTC DateTime with &gt;&gt; Asia/Kolkata. Inject occurredAt. Do not call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Shift UTC DateTime with &gt;&gt; Asia/Kolkata. Inject occurredAt. Do not call now. If your output differs, check plus versus plus-plus, as Number, and nulls with default. Next lab is the next numbered folder. Stop. Do not start Lab 57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Shift DateTime to IST for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industry   ·   8–12 min   ·   LAB-56-shift-datetime-to-ist-for-display.mp4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56. Shift DateTime to IST for display. Canonical APIs store UTC. Output occurredAtIst as dd-MMM-yyyy HH:mm in Asia/Kolkata. Do not use now().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Shift UTC DateTime with &gt;&gt; Asia/Kolkata. Inject occurredAt. Do not call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"occurredAt": "2026-08-20T14:05:00Z"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student/labs/04-industry/56-shift-datetime-to-ist-for-display/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IST is UTC+5:30 → 20-Aug-2026 19:35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occurredAtIst: ((payload.occurredAt as DateTime) &gt;&gt; "Asia/Kolkata")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as String {format: "dd-MMM-yyyy HH:mm"}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Shift UTC DateTime with &gt;&gt; Asia/Kolkata. Inject occurredAt. Do not call now.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57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