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40. Recursively sum all numbers in a mixed tree. Sum numeric leaves in a mixed JSON document; ignore strings. Match on Number, Array, Object. Sum leaves; skip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on Number, Array, Object. Sum leaves; skip strings. If your output differs, check plus versus plus-plus, as Number, and nulls with default. Next lab is the next numbered folder. Stop. Do not start Lab 41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Recursively sum all numbers in a mixed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LAB-40-recursively-sum-all-numbers-in-a-mixed-tree.mp4</a:t>
            </a:r>
          </a:p>
        </p:txBody>
      </p:sp>
      <p:pic>
        <p:nvPicPr>
          <p:cNvPr id="7" name="Picture 6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40. Recursively sum all numbers in a mixed tree. Sum numeric leaves in a mixed JSON document; ignore strings.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Match on Number, Array, Object. Sum leaves; skip strings.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"a": 1, "b": [2, { "c": 3.5 }], "d": "skip"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student/labs/03-advanced/40-recursively-sum-all-numbers-in-a-mixed-tree/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6.5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sumNums(x) =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n is Number -&gt; 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a is Array -&gt; sum(a map sumNums($))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o is Object -&gt; sum(valuesOf(o) map sumNums($))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else -&gt; 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sumNums(payload)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Match on Number, Array, Object. Sum leaves; skip strings.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41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