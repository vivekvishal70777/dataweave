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08. Add GST to a unit price (2 decimal money). GST 18%. Return `{ price, tax, total }` as numbers with Round tax with fun money: format 0.00 then as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tax with fun money: format 0.00 then as Number. If your output differs, check plus versus plus-plus, as Number, and nulls with default. Next lab is the next numbered folder. Stop. Do not start Lab 09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Add GST to a unit price (2 decimal money)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LAB-08-add-gst-to-a-unit-price-2-decimal-money.mp4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08. Add GST to a unit price (2 decimal money). GST 18%. Return { price, tax, total } as numbers with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Round tax with fun money: format 0.00 then as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"price": 99.99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student/labs/01-fundamentals/08-add-gst-to-a-unit-price-2-decimal-money/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rate = 0.18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price: money(payload.price),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tax: money(payload.price * rate),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total: money(payload.price * (1 + rate))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"price": 99.99, "tax": 18.00, "total": 117.99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Round tax with fun money: format 0.00 then as Number.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09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