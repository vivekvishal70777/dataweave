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08. Add GST to a unit price (2 decimal money). GST 18%. Return `{ price, tax, total }` as numbers with Round tax with fun money: format 0.00 then as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tax with fun money: format 0.00 then as Number. If your output differs, check plus versus plus-plus, as Number, and nulls with default. Next lab is the next numbered folder. Stop. Do not start Lab 09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Add GST to a unit price (2 decimal money)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easy   ·   6–10 min   ·   LAB-08-add-gst-to-a-unit-price-2-decimal-money.mp4</a:t>
            </a:r>
          </a:p>
        </p:txBody>
      </p:sp>
      <p:pic>
        <p:nvPicPr>
          <p:cNvPr id="7" name="Picture 6" descr="dw-mone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08. Add GST to a unit price (2 decimal money). GST 18%. Return { price, tax, total } as numbers with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Round tax with fun money: format 0.00 then as Number.</a:t>
            </a:r>
          </a:p>
        </p:txBody>
      </p:sp>
      <p:pic>
        <p:nvPicPr>
          <p:cNvPr id="6" name="Picture 5" descr="dw-mone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mone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"price": 99.99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student/labs/01-fundamentals/08-add-gst-to-a-unit-price-2-decimal-money/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mone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rate = 0.18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money(n: Number) = n as String {format: "0.00"} as Number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price: money(payload.price),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tax: money(payload.price * rate),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total: money(payload.price * (1 + rate))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"price": 99.99, "tax": 18.00, "total": 117.99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Round tax with fun money: format 0.00 then as Number.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09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