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49. Outer-join style merge of two lists by `id`. Union by `id`; fields from left and right, Outer merge by id. Right overwrites. Union of keys.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Outer merge by id. Right overwrites. Union of keys. If your output differs, check plus versus plus-plus, as Number, and nulls with default. Next lab is the next numbered folder. Stop. Do not start Lab 50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Outer-join style merge of two lists by 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hard   ·   8–12 min   ·   LAB-49-outer-join-style-merge-of-two-lists-by-id.mp4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This is Lab 49. Outer-join style merge of two lists by id. Union by id; fields from left and right,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Outer merge by id. Right overwrites. Union of keys.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"left": [{ "id": "1", "a": 1, "name": "old" }],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"right": [{ "id": "1", "b": 2, "name": "new" }, { "id": "2", "b": 3 }]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Pause — try Lab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Open student/labs/03-advanced/49-outer-join-style-merge-of-two-lists-by-id/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id 1 has a, b, name=new; id 2 from right only.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var left = payload.left groupBy ((x) -&gt; x.id)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var right = payload.right groupBy ((x) -&gt; x.id)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var ids = (namesOf(left) ++ namesOf(right)) distinctBy $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ids map (id) -&gt; (left[id][0] default {}) ++ (right[id][0] default {})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Outer merge by id. Right overwrites. Union of keys.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Lab 50 in this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