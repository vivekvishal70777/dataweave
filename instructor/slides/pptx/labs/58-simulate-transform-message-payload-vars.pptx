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Lab 58. Simulate Transform Message payload + vars. One script returns One script, two targets: canonical payload plus vars.correlationId. Playground cannot set Mule vars.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script, two targets: canonical payload plus vars.correlationId. Playground cannot set Mule vars. If your output differs, check plus versus plus-plus, as Number, and nulls with default. Next lab is the next numbered folder. Stop. Do not start Lab 59 in this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Simulate Transform Message payload + vars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Show the failing starter first. Hold the pause card before any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industry   ·   8–12 min   ·   LAB-58-simulate-transform-message-payload-vars.mp4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The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is Lab 58. Simulate Transform Message payload + vars. One script returns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One script, two targets: canonical payload plus vars.correlationId. Playground cannot set Mule vars.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Paste the payload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the MIME type to match the sample.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Input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"headers": { "xCorrelationId": "corr-9"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"order": { "id": "O-1", "amount": "42.00"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Pause — try Lab 58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Pause the video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Open student/labs/04-industry/58-simulate-transform-message-payload-vars/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Finish transform.dwl — wrong is fine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Resume when you have an attempt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Welcome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Welcome back. I will type the reference script. Follow along; do not paste blindly. Header first: percent dw two point oh, output, dash dash dash.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That should match Expected: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var canonical =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orderId: payload.order.id,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amount: payload.order.amount as Number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payload: canonical,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vars: {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correlationId: payload.headers.xCorrelationId default "missing",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  recordCount: 1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  }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"payload": { "orderId": "O-1", "amount": 42.00 },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"vars": { "correlationId": "corr-9", "recordCount": 1 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LAB 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Interview phrase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One script, two targets: canonical payload plus vars.correlationId. Playground cannot set Mule vars.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If your output differs, check plus versus plus-plus, as Number, and nulls with default. Next lab is the next numbered folder.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Lab 59 in this file.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