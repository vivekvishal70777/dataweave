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58. Simulate Transform Message payload + vars. One script returns One script, two targets: canonical payload plus vars.correlationId. Playground cannot set Mule vars.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script, two targets: canonical payload plus vars.correlationId. Playground cannot set Mule vars. If your output differs, check plus versus plus-plus, as Number, and nulls with default. Next lab is the next numbered folder. Stop. Do not start Lab 59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Simulate Transform Message payload + vars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industry   ·   8–12 min   ·   LAB-58-simulate-transform-message-payload-vars.mp4</a:t>
            </a:r>
          </a:p>
        </p:txBody>
      </p:sp>
      <p:pic>
        <p:nvPicPr>
          <p:cNvPr id="7" name="Picture 6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58. Simulate Transform Message payload + vars. One script returns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One script, two targets: canonical payload plus vars.correlationId. Playground cannot set Mule vars.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"headers": { "xCorrelationId": "corr-9"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"order": { "id": "O-1", "amount": "42.00"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student/labs/04-industry/58-simulate-transform-message-payload-vars/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var canonical =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orderId: payload.order.id,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amount: payload.order.amount as Number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payload: canonical,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vars: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correlationId: payload.headers.xCorrelationId default "missing",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recordCount: 1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"payload": { "orderId": "O-1", "amount": 42.00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"vars": { "correlationId": "corr-9", "recordCount": 1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One script, two targets: canonical payload plus vars.correlationId. Playground cannot set Mule vars.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59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