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21. Sort products by unitPrice descending. Highest price first (catalog / pricing API). orderBy minus unitPrice. Named lambda is clearer than dollar.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orderBy minus unitPrice. Named lambda is clearer than dollar. If your output differs, check plus versus plus-plus, as Number, and nulls with default. Next lab is the next numbered folder. Stop. Do not start Lab 22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Sort products by unitPrice descending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moderate   ·   6–10 min   ·   LAB-21-sort-products-by-unitprice-descending.mp4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21. Sort products by unitPrice descending. Highest price first (catalog / pricing API).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orderBy minus unitPrice. Named lambda is clearer than dollar.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"SKU-A", "unitPrice": 30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"SKU-B", "unitPrice": 90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"SKU-C", "unitPrice": 90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student/labs/02-intermediate/21-sort-products-by-unitprice-descending/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SKU-B and SKU-C before SKU-A (equal prices keep relative order).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orderBy ((p) -&gt; -p.unitPrice)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orderBy minus unitPrice. Named lambda is clearer than dollar.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22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