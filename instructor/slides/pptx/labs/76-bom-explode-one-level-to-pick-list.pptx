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Lab 76. BOM explode one level to pick list. Each finished SKU has components. Explode order lines to component qty = parent qty * per. Skip unknown BOM. BOM groupBy parent. flatMap order times per. Skip unknown parent.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3–5 seconds. Do not show the solution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BOM groupBy parent. flatMap order times per. Skip unknown parent. If your output differs, check plus versus plus-plus, as Number, and nulls with default. Next lab is the next numbered folder. Stop. Do not start Lab 77 in this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76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BOM explode one level to pick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Show the failing starter first. Hold the pause card before any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EC6FF"/>
                </a:solidFill>
                <a:latin typeface="Calibri"/>
              </a:rPr>
              <a:t>mapping   ·   8–12 min   ·   LAB-76-bom-explode-one-level-to-pick-list.mp4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76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The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This is Lab 76. BOM explode one level to pick list. Each finished SKU has components. Explode order lines to component qty = parent qty * per. Skip unknown BOM.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BOM groupBy parent. flatMap order times per. Skip unknown parent.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76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Paste the payload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Set the MIME type to match the sample.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76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"bom": [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{ "parent": "BIKE", "component": "FRAME", "per": 1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{ "parent": "BIKE", "component": "WHEEL", "per": 2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],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"orders": [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{ "sku": "BIKE", "qty": 3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{ "sku": "UNK", "qty": 1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]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020"/>
                </a:solidFill>
                <a:latin typeface="Calibri"/>
              </a:rPr>
              <a:t>PAUSE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Pause — try Lab 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Pause the video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Open student/labs/05-mapping/76-bom-explode-one-level-to-pick-list/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Finish transform.dwl — wrong is fine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Resume when you have an attempt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76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Welcome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Welcome back. I will type the reference script. Follow along; do not paste blindly. Header first: percent dw two point oh, output, dash dash dash.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That should match Expected: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76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var byP = payload.bom groupBy $.parent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payload.orders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flatMap ((o) -&gt;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  (byP[o.sku] default []) map (b) -&gt; {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    component: b.component,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    qty: (o.qty as Number) * (b.per as Number)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  }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76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Expected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[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"component": "FRAME", "qty": 3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"component": "WHEEL", "qty": 6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76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Interview phrase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BOM groupBy parent. flatMap order times per. Skip unknown parent.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If your output differs, check plus versus plus-plus, as Number, and nulls with default. Next lab is the next numbered folder.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Stop. Do not start Lab 77 in this file.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