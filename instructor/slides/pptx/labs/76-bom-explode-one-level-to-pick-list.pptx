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76. BOM explode one level to pick list. Each finished SKU has components. Explode order lines to component qty = parent qty * per. Skip unknown BOM. BOM groupBy parent. flatMap order times per. Skip unknown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BOM groupBy parent. flatMap order times per. Skip unknown parent. If your output differs, check plus versus plus-plus, as Number, and nulls with default. Next lab is the next numbered folder. Stop. Do not start Lab 77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BOM explode one level to pick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LAB-76-bom-explode-one-level-to-pick-list.mp4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76. BOM explode one level to pick list. Each finished SKU has components. Explode order lines to component qty = parent qty * per. Skip unknown BOM.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BOM groupBy parent. flatMap order times per. Skip unknown parent.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"bom":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"parent": "BIKE", "component": "FRAME", "per": 1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"parent": "BIKE", "component": "WHEEL", "per": 2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"orders":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"BIKE", "qty": 3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"UNK", "qty": 1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student/labs/05-mapping/76-bom-explode-one-level-to-pick-list/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byP = payload.bom groupBy $.parent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payload.orders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flatMap ((o) -&gt;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(byP[o.sku] default []) map (b) -&gt;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component: b.component,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  qty: (o.qty as Number) * (b.per as Number)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"component": "FRAME", "qty": 3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"component": "WHEEL", "qty": 6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BOM groupBy parent. flatMap order times per. Skip unknown parent.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77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