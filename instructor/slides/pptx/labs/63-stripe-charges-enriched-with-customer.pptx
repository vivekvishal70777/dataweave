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63. Stripe charges enriched with customer. Join charges to customers. Amount cents/100. Missing email unknown. Stripe cents divide 100. groupBy customer. Missing email unknown.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Stripe cents divide 100. groupBy customer. Missing email unknown. If your output differs, check plus versus plus-plus, as Number, and nulls with default. Next lab is the next numbered folder. Stop. Do not start Lab 64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Stripe charges enriched with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mapping   ·   8–12 min   ·   LAB-63-stripe-charges-enriched-with-customer.mp4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63. Stripe charges enriched with customer. Join charges to customers. Amount cents/100. Missing email unknown.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Stripe cents divide 100. groupBy customer. Missing email unknown.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"customers": [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{ "id": "cus_1", "email": "a@x.com" }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],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"charges": 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"data": [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  { "id": "ch_1", "customer": "cus_1", "amount": 1999, "paid": true },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  { "id": "ch_2", "customer": "cus_missing", "amount": 500, "paid": false }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]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student/labs/05-mapping/63-stripe-charges-enriched-with-customer/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fun money(n: Number) = n as String {format: "0.00"} as Number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var byId = payload.customers groupBy $.id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payload.charges.data map (c) -&gt; 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chargeId: c.id,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email: (byId[c.customer][0].email) default "unknown",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amount: money((c.amount as Number) / 100),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paid: c.paid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"chargeId": "ch_1", "email": "a@x.com", "amount": 19.99, "paid": true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"chargeId": "ch_2", "email": "unknown", "amount": 5.00, "paid": false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Stripe cents divide 100. groupBy customer. Missing email unknown.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64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