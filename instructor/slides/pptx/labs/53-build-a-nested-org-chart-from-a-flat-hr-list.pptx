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53. Build a nested org chart from a flat HR list. Flat employees + `managerId` → nested `children`. Index by manager. Roots have `managerId: null`. Index by managerId. Recurse children. Watch cycles if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by managerId. Recurse children. Watch cycles if they ask. If your output differs, check plus versus plus-plus, as Number, and nulls with default. Next lab is the next numbered folder. Stop. Do not start Lab 54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Build a nested org chart from a flat HR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LAB-53-build-a-nested-org-chart-from-a-flat-hr-list.mp4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53. Build a nested org chart from a flat HR list. Flat employees + managerId → nested children. Index by manager. Roots have managerId: null.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by managerId. Recurse children. Watch cycles if they ask.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"1", "name": "CEO", "managerId": null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"2", "name": "Eng", "managerId": "1"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"3", "name": "Dev", "managerId": "2"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student/labs/03-advanced/53-build-a-nested-org-chart-from-a-flat-hr-list/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CEO → children Eng → children Dev.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byMgr = payload groupBy ((e) -&gt; e.managerId default "ROOT")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node(e) =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e.id,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e.name,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children: (byMgr[e.id] default []) map node($)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(byMgr["ROOT"] default []) map node($)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by managerId. Recurse children. Watch cycles if they ask.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54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