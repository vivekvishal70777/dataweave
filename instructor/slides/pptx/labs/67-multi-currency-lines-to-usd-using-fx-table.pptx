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67. Multi-currency lines to USD using FX table. usd = amount / perUsd. Skip unknown currency. fun money. FX: amount divided by perUsd. Skip unknown currency. Sum USD.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FX: amount divided by perUsd. Skip unknown currency. Sum USD. If your output differs, check plus versus plus-plus, as Number, and nulls with default. Next lab is the next numbered folder. Stop. Do not start Lab 68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Multi-currency lines to USD using FX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mapping   ·   8–12 min   ·   LAB-67-multi-currency-lines-to-usd-using-fx-table.mp4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67. Multi-currency lines to USD using FX table. usd = amount / perUsd. Skip unknown currency. fun money.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FX: amount divided by perUsd. Skip unknown currency. Sum USD.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"fx": [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{ "ccy": "USD", "perUsd": 1 },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{ "ccy": "INR", "perUsd": 83 },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{ "ccy": "EUR", "perUsd": 0.92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],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"lines": [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{ "id": "L1", "amount": "8300", "currency": "INR" },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{ "id": "L2", "amount": "10", "currency": "USD" },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{ "id": "L3", "amount": "9.2", "currency": "EUR" },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{ "id": "L4", "amount": "1", "currency": "JPY"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student/labs/05-mapping/67-multi-currency-lines-to-usd-using-fx-table/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fun money(n: Number) = n as String {format: "0.00"} as Number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var rates = payload.fx groupBy $.ccy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var converted = payload.lines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filter ((l) -&gt; rates[l.currency] != null)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map (l) -&gt;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id: l.id,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usd: money((l.amount as Number) / (rates[l.currency][0].perUsd as Number))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lines: converted,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totalUsd: money(sum(converted.usd))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"lines":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"id": "L1", "usd": 100.00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"id": "L2", "usd": 10.00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"id": "L3", "usd": 10.00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"totalUsd": 120.00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FX: amount divided by perUsd. Skip unknown currency. Sum USD.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68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