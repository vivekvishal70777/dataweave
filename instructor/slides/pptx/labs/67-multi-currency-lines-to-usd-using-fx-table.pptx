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67. Multi-currency lines to USD using FX table. usd = amount / perUsd. Skip unknown currency. fun money. FX: amount divided by perUsd. Skip unknown currency. Sum USD.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FX: amount divided by perUsd. Skip unknown currency. Sum USD. If your output differs, check plus versus plus-plus, as Number, and nulls with default. Next lab is the next numbered folder. Stop. Do not start Lab 68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Multi-currency lines to USD using FX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120640"/>
            <a:ext cx="67665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0">
                <a:solidFill>
                  <a:srgbClr val="3EC6FF"/>
                </a:solidFill>
                <a:latin typeface="Calibri"/>
              </a:rPr>
              <a:t>mapping   ·   8–12 min   ·   LAB-67-multi-currency-lines-to-usd-using-fx-table.mp4</a:t>
            </a:r>
          </a:p>
        </p:txBody>
      </p:sp>
      <p:pic>
        <p:nvPicPr>
          <p:cNvPr id="7" name="Picture 6" descr="dw-mo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This is Lab 67. Multi-currency lines to USD using FX table. usd = amount / perUsd. Skip unknown currency. fun money.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FX: amount divided by perUsd. Skip unknown currency. Sum USD.</a:t>
            </a:r>
          </a:p>
        </p:txBody>
      </p:sp>
      <p:pic>
        <p:nvPicPr>
          <p:cNvPr id="6" name="Picture 5" descr="dw-mo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  <p:pic>
        <p:nvPicPr>
          <p:cNvPr id="6" name="Picture 5" descr="dw-mo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"fx":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"ccy": "USD", "perUsd": 1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"ccy": "INR", "perUsd": 83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"ccy": "EUR", "perUsd": 0.92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"id": "L1", "amount": "8300", "currency": "INR"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"id": "L2", "amount": "10", "currency": "USD"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"id": "L3", "amount": "9.2", "currency": "EUR" },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{ "id": "L4", "amount": "1", "currency": "JPY"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]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Pause — try Lab 67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Open student/labs/05-mapping/67-multi-currency-lines-to-usd-using-fx-table/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  <p:pic>
        <p:nvPicPr>
          <p:cNvPr id="6" name="Picture 5" descr="dw-pau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760" y="1874519"/>
            <a:ext cx="3246120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  <p:pic>
        <p:nvPicPr>
          <p:cNvPr id="6" name="Picture 5" descr="dw-mone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fun money(n: Number) = n as String {format: "0.00"} as Number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rates = payload.fx groupBy $.ccy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var converted = payload.lines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filter ((l) -&gt; rates[l.currency] != null)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map (l) -&gt; 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id: l.id,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  usd: money((l.amount as Number) / (rates[l.currency][0].perUsd as Number))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lines: converted,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  totalUsd: money(sum(converted.usd))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"lines": [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"L1", "usd": 100.00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"L2", "usd": 10.00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  { "id": "L3", "usd": 10.00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],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"totalUsd": 120.00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FX: amount divided by perUsd. Skip unknown currency. Sum USD.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Stop. Do not start Lab 68 in this file.</a:t>
            </a:r>
          </a:p>
        </p:txBody>
      </p:sp>
      <p:pic>
        <p:nvPicPr>
          <p:cNvPr id="6" name="Picture 5" descr="dw-int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