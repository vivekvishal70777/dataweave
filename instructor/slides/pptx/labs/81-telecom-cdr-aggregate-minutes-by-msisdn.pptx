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81. Telecom CDR aggregate minutes by MSISDN. Sum durationSec/60 floor per msisdn. Drop failed calls (status != OK). OK calls only. floor sum seconds over 60 per msisdn.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OK calls only. floor sum seconds over 60 per msisdn. If your output differs, check plus versus plus-plus, as Number, and nulls with default. Next lab is the next numbered folder. Stop. Do not start Lab 82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Telecom CDR aggregate minutes by MSISDN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mapping   ·   8–12 min   ·   LAB-81-telecom-cdr-aggregate-minutes-by-msisdn.mp4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81. Telecom CDR aggregate minutes by MSISDN. Sum durationSec/60 floor per msisdn. Drop failed calls (status != OK).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OK calls only. floor sum seconds over 60 per msisdn.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"msisdn": "91A", "durationSec": 90, "status": "OK"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"msisdn": "91A", "durationSec": 30, "status": "FAIL"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"msisdn": "91B", "durationSec": 120, "status": "ok"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student/labs/05-mapping/81-telecom-cdr-aggregate-minutes-by-msisdn/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filter ((c) -&gt; lower(c.status) == "ok")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groupBy $.msisdn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pluck ((rows, m)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msisdn: m,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minutes: floor(sum(rows.durationSec) / 60)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"msisdn": "91A", "minutes": 1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"msisdn": "91B", "minutes": 2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OK calls only. floor sum seconds over 60 per msisdn.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82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