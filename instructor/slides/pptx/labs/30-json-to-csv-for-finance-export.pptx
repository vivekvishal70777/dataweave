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30. JSON to CSV for finance export. Write `orderId,customerId,amount` CSV with header. MIME `application/csv`. output application/csv header true. Object keys become column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application/csv header true. Object keys become column names. If your output differs, check plus versus plus-plus, as Number, and nulls with default. Next lab is the next numbered folder. Stop. Do not start Lab 31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JSON to CSV for finance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LAB-30-json-to-csv-for-finance-export.mp4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30. JSON to CSV for finance export. Write orderId,customerId,amount CSV with header. MIME application/csv.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output application/csv header true. Object keys become column names.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"orderId": "O-1", "customerId": "C1", "amount": 100.5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"orderId": "O-2", "customerId": "C2", "amount": 40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student/labs/02-intermediate/30-json-to-csv-for-finance-export/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CSV with header row orderId,customerId,amount.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application/csv header=true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orderId: $.orderId,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customerId: $.customerId,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amount: $.amount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output application/csv header true. Object keys become column names.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31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