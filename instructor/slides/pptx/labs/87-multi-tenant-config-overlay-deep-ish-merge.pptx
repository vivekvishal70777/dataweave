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87. Multi-tenant config overlay (deep-ish merge). Start from base. Overlay tenant object with ++ (right wins). Concat arrays for `plugins` only if both are arrays — interview: document ++ is shallow. Here: merge plugins with distinctBy. Shallow plus-plus then rebuild plugins with distinctBy concat.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Shallow plus-plus then rebuild plugins with distinctBy concat. If your output differs, check plus versus plus-plus, as Number, and nulls with default. Next lab is the next numbered folder. Stop. Do not start Lab 88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Multi-tenant config overlay (deep-ish merge)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LAB-87-multi-tenant-config-overlay-deep-ish-merge.mp4</a:t>
            </a:r>
          </a:p>
        </p:txBody>
      </p:sp>
      <p:pic>
        <p:nvPicPr>
          <p:cNvPr id="7" name="Picture 6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87. Multi-tenant config overlay (deep-ish merge). Start from base. Overlay tenant object with ++ (right wins).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Concat arrays for plugins only if both are arrays — interview: document ++ is shallow. Here: merge plugins with distinctBy.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Shallow plus-plus then rebuild plugins with distinctBy concat.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"base": { "timeout": 30, "plugins": ["auth"], "theme": "light"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"tenant": { "timeout": 10, "plugins": ["audit"], "region": "IN"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student/labs/05-mapping/87-multi-tenant-config-overlay-deep-ish-merge/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b = payload.base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t = payload.tenant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(b ++ t) ++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plugins: ((b.plugins default []) ++ (t.plugins default [])) distinctBy $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"timeout": 10,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"plugins": ["auth", "audit"],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"theme": "light",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"region": "IN"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Shallow plus-plus then rebuild plugins with distinctBy concat.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88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