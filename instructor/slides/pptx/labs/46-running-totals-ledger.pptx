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46. Running totals (ledger). `[10, 20, 30]` → `[10, 30, 60]` (cumulative sum). Interview: immutable reduce, not a mutable Java total. Immutable running totals with reduce. Do not mutate a Java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Immutable running totals with reduce. Do not mutate a Java counter. If your output differs, check plus versus plus-plus, as Number, and nulls with default. Next lab is the next numbered folder. Stop. Do not start Lab 47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Running totals (ledger)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LAB-46-running-totals-ledger.mp4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46. Running totals (ledger). [10, 20, 30] → [10, 30, 60] (cumulative sum). Interview: immutable reduce, not a mutable Java total.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Immutable running totals with reduce. Do not mutate a Java counter.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[10, 20, 30]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student/labs/03-advanced/46-running-totals-ledger/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[10, 30, 60]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reduce ((n, acc = []) -&gt; acc ++ [(acc[-1] default 0) + n])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Immutable running totals with reduce. Do not mutate a Java counter.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47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