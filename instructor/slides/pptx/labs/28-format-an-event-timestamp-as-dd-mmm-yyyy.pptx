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28. Format an event timestamp as `dd-MMM-yyyy`. Format `occurredAt` (ISO-8601 DateTime) as `dd-MMM-yyyy`. Do Inject occurredAt. Do not use now if you need a stable expected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Inject occurredAt. Do not use now if you need a stable expected value. If your output differs, check plus versus plus-plus, as Number, and nulls with default. Next lab is the next numbered folder. Stop. Do not start Lab 29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Format an event timestamp as dd-MMM-yyyy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LAB-28-format-an-event-timestamp-as-dd-mmm-yyyy.mp4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28. Format an event timestamp as dd-MMM-yyyy. Format occurredAt (ISO-8601 DateTime) as dd-MMM-yyyy. Do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Inject occurredAt. Do not use now if you need a stable expected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"occurredAt": "2026-08-20T14:05:00Z"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student/labs/02-intermediate/28-format-an-event-timestamp-as-dd-mmm-yyyy/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"20-Aug-2026"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(payload.occurredAt as DateTime) as String {format: "dd-MMM-yyyy"}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Inject occurredAt. Do not use now if you need a stable expected value.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29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