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48. Validate and partition good vs bad rows. Valid if `email` contains `"@"` and `age` as Number `&gt;= 18`. Return `{ valid, invalid }`. Coercion failures are invalid (`try`). Partition with try on age. Invalid coercion is invalid, not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Partition with try on age. Invalid coercion is invalid, not default. If your output differs, check plus versus plus-plus, as Number, and nulls with default. Next lab is the next numbered folder. Stop. Do not start Lab 49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Validate and partition good vs bad rows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hard   ·   8–12 min   ·   LAB-48-validate-and-partition-good-vs-bad-rows.mp4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48. Validate and partition good vs bad rows. Valid if email contains "@" and age as Number &gt;= 18. Return { valid, invalid }.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Coercion failures are invalid (try).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Partition with try on age. Invalid coercion is invalid, not default.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"email": "a@acme.com", "age": 20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"email": "bad", "age": 17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"email": "b@acme.com", "age": "x"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student/labs/03-advanced/48-validate-and-partition-good-vs-bad-rows/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one valid, two invalid.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import try from dw::Runtime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fun isValid(r) = do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var ageOk = try(() -&gt; (r.age as Number) &gt;= 18).success default false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(r.email default "") contains "@" and ageOk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valid: payload filter isValid($),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invalid: payload filter !isValid($)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Partition with try on age. Invalid coercion is invalid, not default.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49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