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04. Uppercase string fields on an address object. Uppercase every mapObject walks keys and values. Uppercase only string values; leave postal codes as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mapObject walks keys and values. Uppercase only string values; leave postal codes as numbers. If your output differs, check plus versus plus-plus, as Number, and nulls with default. Next lab is the next numbered folder. Stop. Do not start Lab 05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Uppercase string fields on an address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easy   ·   6–10 min   ·   LAB-04-uppercase-string-fields-on-an-address-object.mp4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04. Uppercase string fields on an address object. Uppercase every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mapObject walks keys and values. Uppercase only string values; leave postal codes as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"city": "pune", "country": "india", "postalCode": 411001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student/labs/01-fundamentals/04-uppercase-string-fields-on-an-address-object/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mapObject ((v, k)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(k): v match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case s is String -&gt; upper(s)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else -&gt; v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"city": "PUNE", "country": "INDIA", "postalCode": 411001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mapObject walks keys and values. Uppercase only string values; leave postal codes as numbers.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05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