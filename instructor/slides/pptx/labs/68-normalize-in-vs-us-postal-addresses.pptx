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68. Normalize IN vs US postal addresses. IN: pin as postal. US: first 5 of zip. Uppercase city. IN uses pin. US zip first five chars. Upper 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uses pin. US zip first five chars. Upper city. If your output differs, check plus versus plus-plus, as Number, and nulls with default. Next lab is the next numbered folder. Stop. Do not start Lab 69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Normalize IN vs US postal addresses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mapping   ·   8–12 min   ·   LAB-68-normalize-in-vs-us-postal-addresses.mp4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68. Normalize IN vs US postal addresses. IN: pin as postal. US: first 5 of zip. Uppercase city.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IN uses pin. US zip first five chars. Upper city.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"country": "IN", "addr1": "Lane 2", "city": "pune", "pin": "411001", "zip": null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"country": "US", "addr1": "1 Main", "city": "austin", "pin": null, "zip": "78701-1234"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68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student/labs/05-mapping/68-normalize-in-vs-us-postal-addresses/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map (a) -&gt;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country: a.country,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line1: a.addr1,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city: upper(a.city),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postal: if (a.country == "IN") a.pin as String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      else (a.zip as String)[0 to 4]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"country": "IN", "line1": "Lane 2", "city": "PUNE", "postal": "411001"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"country": "US", "line1": "1 Main", "city": "AUSTIN", "postal": "78701"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IN uses pin. US zip first five chars. Upper city.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69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