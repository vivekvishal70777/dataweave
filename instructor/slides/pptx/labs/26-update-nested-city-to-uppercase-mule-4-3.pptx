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26. Update nested city to uppercase (Mule 4.3+). Uppercase `customer.address.city` without rebuilding the whole tree by hand. update needs Mule 4.3 plus. Case path to city, then upper of dollar.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needs Mule 4.3 plus. Case path to city, then upper of dollar. If your output differs, check plus versus plus-plus, as Number, and nulls with default. Next lab is the next numbered folder. Stop. Do not start Lab 27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Update nested city to uppercase (Mule 4.3+)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LAB-26-update-nested-city-to-uppercase-mule-4-3.mp4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26. Update nested city to uppercase (Mule 4.3+). Uppercase customer.address.city without rebuilding the whole tree by hand.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update needs Mule 4.3 plus. Case path to city, then upper of dollar.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"customer": { "id": "C-9", "address": { "city": "pune", "postalCode": "411001" } }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student/labs/02-intermediate/26-update-nested-city-to-uppercase-mule-4-3/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city "PUNE", other fields unchanged.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update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.customer.address.city -&gt; upper($)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update needs Mule 4.3 plus. Case path to city, then upper of dollar.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27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