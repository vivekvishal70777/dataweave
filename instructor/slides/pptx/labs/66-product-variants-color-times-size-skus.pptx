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66. Product variants color times size SKUs. Cartesian colors x sizes. Skip discontinued colors. SKU base-color-size. flatMap colors times sizes. Skip discontinued. SKU base-color-size.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flatMap colors times sizes. Skip discontinued. SKU base-color-size. If your output differs, check plus versus plus-plus, as Number, and nulls with default. Next lab is the next numbered folder. Stop. Do not start Lab 67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Product variants color times size SKUs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mapping   ·   8–12 min   ·   LAB-66-product-variants-color-times-size-skus.mp4</a:t>
            </a:r>
          </a:p>
        </p:txBody>
      </p:sp>
      <p:pic>
        <p:nvPicPr>
          <p:cNvPr id="7" name="Picture 6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66. Product variants color times size SKUs. Cartesian colors x sizes. Skip discontinued colors. SKU base-color-size.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flatMap colors times sizes. Skip discontinued. SKU base-color-size.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"base": "TEE",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"colors":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"code": "BLK", "discontinued": false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"code": "RED", "discontinued": true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"code": "WHT", "discontinued": false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"sizes": ["S", "M"]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student/labs/05-mapping/66-product-variants-color-times-size-skus/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payload.colors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filter ((c) -&gt; c.discontinued == false)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flatMap ((c) -&gt;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payload.sizes map (sz) -&gt;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  sku: payload.base ++ "-" ++ c.code ++ "-" ++ sz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"sku": "TEE-BLK-S"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"sku": "TEE-BLK-M"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"sku": "TEE-WHT-S"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"sku": "TEE-WHT-M"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flatMap colors times sizes. Skip discontinued. SKU base-color-size.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67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