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20. Total amount per customer (groupBy + sum). Return `{ customerId, orderCount, total }` per customer. Coerce amounts. This is the standard interview follow-up to `groupBy`. groupBy then pluck. Coerce amounts. Add orderCount. No nested-filter per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groupBy then pluck. Coerce amounts. Add orderCount. No nested-filter per customer. If your output differs, check plus versus plus-plus, as Number, and nulls with default. Next lab is the next numbered folder. Stop. Do not start Lab 21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Total amount per customer (groupBy + sum)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moderate   ·   6–10 min   ·   LAB-20-total-amount-per-customer-groupby-sum.mp4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20. Total amount per customer (groupBy + sum). Return { customerId, orderCount, total } per customer. Coerce amounts.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the standard interview follow-up to groupBy.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then pluck. Coerce amounts. Add orderCount. No nested-filter per customer.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"ORD-1", "customerId": "C1", "amount": "10.00"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"ORD-2", "customerId": "C2", "amount": "20"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"ORD-3", "customerId": "C1", "amount": 15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student/labs/02-intermediate/20-total-amount-per-customer-groupby-sum/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groupBy ((o) -&gt; o.customerId)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pluck ((orders, customerId)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customerId: customerId,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orderCount: sizeOf(orders),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total: sum(orders.amount map ($ as Number))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"customerId": "C1", "orderCount": 2, "total": 25.00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"customerId": "C2", "orderCount": 1, "total": 20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then pluck. Coerce amounts. Add orderCount. No nested-filter per customer.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21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