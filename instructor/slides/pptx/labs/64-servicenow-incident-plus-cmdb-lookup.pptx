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64. ServiceNow incident plus CMDB lookup. ciName from cmdb; missing UNASSIGNED. Priority 1-2 stay, else sev 3. CMDB groupBy sys_id. Priority 1-2 else sev 3. Missing CI UNASSIGNED.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CMDB groupBy sys_id. Priority 1-2 else sev 3. Missing CI UNASSIGNED. If your output differs, check plus versus plus-plus, as Number, and nulls with default. Next lab is the next numbered folder. Stop. Do not start Lab 65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ServiceNow incident plus CMDB lookup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mapping   ·   8–12 min   ·   LAB-64-servicenow-incident-plus-cmdb-lookup.mp4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64. ServiceNow incident plus CMDB lookup. ciName from cmdb; missing UNASSIGNED. Priority 1-2 stay, else sev 3.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CMDB groupBy sys_id. Priority 1-2 else sev 3. Missing CI UNASSIGNED.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"cmdb":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"sys_id": "ci1", "name": "sap-prd-db"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"incidents":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"number": "INC001", "cmdb_ci": "ci1", "priority": "1", "opened_at": "2026-08-01T04:00:00Z"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"number": "INC002", "cmdb_ci": "gone", "priority": "3", "opened_at": "2026-08-02T10:00:00Z"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student/labs/05-mapping/64-servicenow-incident-plus-cmdb-lookup/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var cis = payload.cmdb groupBy $.sys_id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fun sev(p) = if ((p as Number) &lt;= 2) (p as Number) else 3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payload.incidents map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ticket: $.number,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ciName: (cis[$.cmdb_ci][0].name) default "UNASSIGNED",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sev: sev($.priority),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openedAt: $.opened_at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"ticket": "INC001", "ciName": "sap-prd-db", "sev": 1, "openedAt": "2026-08-01T04:00:00Z"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"ticket": "INC002", "ciName": "UNASSIGNED", "sev": 3, "openedAt": "2026-08-02T10:00:00Z"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CMDB groupBy sys_id. Priority 1-2 else sev 3. Missing CI UNASSIGNED.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65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