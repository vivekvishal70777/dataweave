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50. Tree map: apply `f` to every leaf string. Uppercase every string leaf; leave numbers as-is. Same recursion skeleton as PII mask. Tree map: same recursion as mask, apply f to every string leaf.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 map: same recursion as mask, apply f to every string leaf. If your output differs, check plus versus plus-plus, as Number, and nulls with default. Next lab is the next numbered folder. Stop. Do not start Lab 51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Tree map: apply f to every leaf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LAB-50-tree-map-apply-f-to-every-leaf-string.mp4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50. Tree map: apply f to every leaf string. Uppercase every string leaf; leave numbers as-is. Same recursion skeleton as PII mask.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Tree map: same recursion as mask, apply f to every string leaf.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"a": "ok", "b": 2, "c": ["wait", 3]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student/labs/03-advanced/50-tree-map-apply-f-to-every-leaf-string/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{ "a": "OK", "b": 2, "c": ["WAIT", 3]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mapLeaves(x) =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s is String -&gt; upper(s)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a is Array -&gt; a map mapLeaves($)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o is Object -&gt; o mapObject ((v, k) -&gt; { (k): mapLeaves(v) })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else -&gt; x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mapLeaves(payload)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Tree map: same recursion as mask, apply f to every string leaf.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51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