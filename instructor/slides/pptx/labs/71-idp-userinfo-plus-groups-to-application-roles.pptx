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71. IdP userinfo plus groups to application roles. Map groups to roles via table. Unique sorted roles. admin group → role ADMIN plus USER. flatMap groups to roles. distinctBy then orderBy.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flatMap groups to roles. distinctBy then orderBy. If your output differs, check plus versus plus-plus, as Number, and nulls with default. Next lab is the next numbered folder. Stop. Do not start Lab 72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IdP userinfo plus groups to application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mapping   ·   8–12 min   ·   LAB-71-idp-userinfo-plus-groups-to-application-roles.mp4</a:t>
            </a:r>
          </a:p>
        </p:txBody>
      </p:sp>
      <p:pic>
        <p:nvPicPr>
          <p:cNvPr id="7" name="Picture 6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71. IdP userinfo plus groups to application roles. Map groups to roles via table. Unique sorted roles. admin group → role ADMIN plus USER.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flatMap groups to roles. distinctBy then orderBy.</a:t>
            </a:r>
          </a:p>
        </p:txBody>
      </p:sp>
      <p:pic>
        <p:nvPicPr>
          <p:cNvPr id="6" name="Picture 5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"roleMap":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"group": "finance", "role": "FIN_READ"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"group": "admin", "role": "ADMIN"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"group": "admin", "role": "USER"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"user": { "sub": "u1", "email": "x@y.com", "groups": ["finance", "admin", "unknown"]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student/labs/05-mapping/71-idp-userinfo-plus-groups-to-application-roles/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var byG = payload.roleMap groupBy $.group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userId: payload.user.sub,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email: payload.user.email,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roles: (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payload.user.groups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  flatMap ((g) -&gt; (byG[g] default []) map $.role)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  distinctBy $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  orderBy $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"userId": "u1",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"email": "x@y.com",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"roles": ["ADMIN", "FIN_READ", "USER"]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flatMap groups to roles. distinctBy then orderBy.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72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