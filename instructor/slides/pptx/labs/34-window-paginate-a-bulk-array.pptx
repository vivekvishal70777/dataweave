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34. Window / paginate a bulk array. Page 2, size 2 of a 5-item work queue → items 3 and 4. Import `dw::core::Arrays`. drop then take for bulk pages. Import dw::core::Arrays.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drop then take for bulk pages. Import dw::core::Arrays. If your output differs, check plus versus plus-plus, as Number, and nulls with default. Next lab is the next numbered folder. Stop. Do not start Lab 35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Window / paginate a bulk array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LAB-34-window-paginate-a-bulk-array.mp4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34. Window / paginate a bulk array. Page 2, size 2 of a 5-item work queue → items 3 and 4. Import dw::core::Arrays.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drop then take for bulk pages. Import dw::core::Arrays.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[10, 20, 30, 40, 50]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student/labs/02-intermediate/34-window-paginate-a-bulk-array/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[30, 40]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page = 2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size = 2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drop ((page - 1) * size) take size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drop then take for bulk pages. Import dw::core::Arrays.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35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