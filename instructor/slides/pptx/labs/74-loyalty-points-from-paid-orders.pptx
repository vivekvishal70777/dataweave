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74. Loyalty points from paid orders. 1 point per whole INR of paid amount. status PAID/SETTLED any case. Sum points per customerId. Paid or settled only. floor of sum is loyalty points. groupBy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Paid or settled only. floor of sum is loyalty points. groupBy customer. If your output differs, check plus versus plus-plus, as Number, and nulls with default. Next lab is the next numbered folder. Stop. Do not start Lab 75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Loyalty points from paid 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mapping   ·   8–12 min   ·   LAB-74-loyalty-points-from-paid-orders.mp4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74. Loyalty points from paid orders. 1 point per whole INR of paid amount. status PAID/SETTLED any case. Sum points per customerId.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Paid or settled only. floor of sum is loyalty points. groupBy customer.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"customerId": "C1", "status": "paid", "amount": "199.9"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"customerId": "C1", "status": "NEW", "amount": "50"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"customerId": "C2", "status": "SETTLED", "amount": "10.1"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student/labs/05-mapping/74-loyalty-points-from-paid-orders/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filter ((o) -&gt; ["paid", "settled"] contains lower(o.status))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groupBy $.customerId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pluck ((rows, cid)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customerId: cid,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points: floor(sum(rows.amount map ($ as Number)))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"customerId": "C1", "points": 199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"customerId": "C2", "points": 10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Paid or settled only. floor of sum is loyalty points. groupBy customer.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75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