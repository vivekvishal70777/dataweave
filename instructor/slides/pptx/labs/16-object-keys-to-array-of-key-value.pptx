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16. Object keys to array of `{ key, value }`. Convert a config object `{ "timeout": 30, "retries": 3 }` to entries for logging or CSV. pluck turns a config object into loggable key-value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pluck turns a config object into loggable key-value rows. If your output differs, check plus versus plus-plus, as Number, and nulls with default. Next lab is the next numbered folder. Stop. Do not start Lab 17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Object keys to array of { key, value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easy   ·   6–10 min   ·   LAB-16-object-keys-to-array-of-key-value.mp4</a:t>
            </a:r>
          </a:p>
        </p:txBody>
      </p:sp>
      <p:pic>
        <p:nvPicPr>
          <p:cNvPr id="7" name="Picture 6" descr="dw-obj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16. Object keys to array of { key, value }. Convert a config object { "timeout": 30, "retries": 3 } to entries for logging or CSV.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pluck turns a config object into loggable key-value rows.</a:t>
            </a:r>
          </a:p>
        </p:txBody>
      </p:sp>
      <p:pic>
        <p:nvPicPr>
          <p:cNvPr id="6" name="Picture 5" descr="dw-obj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obj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 "timeout": 30, "retries": 3 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student/labs/01-fundamentals/16-object-keys-to-array-of-key-value/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  <p:pic>
        <p:nvPicPr>
          <p:cNvPr id="6" name="Picture 5" descr="dw-obj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pluck ((v, k) -&gt; { key: k as String, value: v })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[{ "key": "timeout", "value": 30 }, { "key": "retries", "value": 3 }]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pluck turns a config object into loggable key-value rows.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17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