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75. Appointment slots to IST display with duration. Parse start/end ISO. Shift both to Asia/Kolkata. durationMinutes from period. Inject times — no now(). Shift both instants to IST. Duration is epoch millis difference over 60000.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both instants to IST. Duration is epoch millis difference over 60000. If your output differs, check plus versus plus-plus, as Number, and nulls with default. Next lab is the next numbered folder. Stop. Do not start Lab 76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Appointment slots to IST display with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LAB-75-appointment-slots-to-ist-display-with-duration.mp4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75. Appointment slots to IST display with duration. Parse start/end ISO. Shift both to Asia/Kolkata. durationMinutes from period.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Inject times — no now().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Shift both instants to IST. Duration is epoch millis difference over 60000.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"id": "APT-1",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"start": "2026-08-20T03:30:00Z",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"end": "2026-08-20T04:00:00Z"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student/labs/05-mapping/75-appointment-slots-to-ist-display-with-duration/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s = payload.start as DateTime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e = payload.end as DateTime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id: payload.id,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startIst: (s &gt;&gt; "Asia/Kolkata") as String {format: "dd-MMM-yyyy HH:mm"},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endIst: (e &gt;&gt; "Asia/Kolkata") as String {format: "dd-MMM-yyyy HH:mm"},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durationMinutes: ((e as Number) - (s as Number)) / 60000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"id": "APT-1",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"startIst": "20-Aug-2026 09:00",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"endIst": "20-Aug-2026 09:30",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"durationMinutes": 30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Shift both instants to IST. Duration is epoch millis difference over 60000.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76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