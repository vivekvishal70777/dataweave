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02. Filter settled commerce orders. Keep orders where status is `PAID` or `SETTLED` (any case) Filter on lowercased status in a set, and amount as Number greater than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on lowercased status in a set, and amount as Number greater than zero. If your output differs, check plus versus plus-plus, as Number, and nulls with default. Next lab is the next numbered folder. Stop. Do not start Lab 03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Filter settled commerce 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easy   ·   6–10 min   ·   LAB-02-filter-settled-commerce-orders.mp4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02. Filter settled commerce orders. Keep orders where status is PAID or SETTLED (any case)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Filter on lowercased status in a set, and amount as Number greater than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"ORD-1", "status": "paid", "amount": "100.00"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"ORD-2", "status": "NEW", "amount": "50"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"ORD-3", "status": "SETTLED", "amount": 75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"ORD-4", "status": "PAID", "amount": 0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student/labs/01-fundamentals/02-filter-settled-commerce-orders/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filter ((o)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(["paid", "settled"] contains lower(o.status as String))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and ((o.amount as Number) &gt; 0)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"ORD-1", "status": "paid", "amount": "100.00"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"ORD-3", "status": "SETTLED", "amount": 75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Filter on lowercased status in a set, and amount as Number greater than zero.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03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