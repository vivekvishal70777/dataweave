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10. Count line items in a composite payload. Return how many records are in `payload.records` (Salesforce Composite / bulk query shape). sizeOf on payload.records, not the wrapper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sizeOf on payload.records, not the wrapper object. If your output differs, check plus versus plus-plus, as Number, and nulls with default. Next lab is the next numbered folder. Stop. Do not start Lab 11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Count line items in a composite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LAB-10-count-line-items-in-a-composite-payload.mp4</a:t>
            </a:r>
          </a:p>
        </p:txBody>
      </p:sp>
      <p:pic>
        <p:nvPicPr>
          <p:cNvPr id="7" name="Picture 6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10. Count line items in a composite payload. Return how many records are in payload.records (Salesforce Composite / bulk query shape).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sizeOf on payload.records, not the wrapper object.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"done": true,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"records":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"a1"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"a2"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"a3"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student/labs/01-fundamentals/10-count-line-items-in-a-composite-payload/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3</a:t>
            </a:r>
          </a:p>
        </p:txBody>
      </p:sp>
      <p:pic>
        <p:nvPicPr>
          <p:cNvPr id="6" name="Picture 5" descr="dw-hero-trans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sizeOf(payload.records)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sizeOf on payload.records, not the wrapper object.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11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