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57. Zip headers with values into an object. Dynamic columns: `headers` + `values` (same length). Build `{ Name: "Asha", Amount: "10.5" }` using `zip` and dynamic keys. zip headers with values. Reduce into an object. Parentheses around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zip headers with values. Reduce into an object. Parentheses around the key. If your output differs, check plus versus plus-plus, as Number, and nulls with default. Next lab is the next numbered folder. Stop. Do not start Lab 58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Zip headers with values into an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industry   ·   8–12 min   ·   LAB-57-zip-headers-with-values-into-an-object.mp4</a:t>
            </a:r>
          </a:p>
        </p:txBody>
      </p:sp>
      <p:pic>
        <p:nvPicPr>
          <p:cNvPr id="7" name="Picture 6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57. Zip headers with values into an object. Dynamic columns: headers + values (same length).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Build { Name: "Asha", Amount: "10.5" } using zip and dynamic keys.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zip headers with values. Reduce into an object. Parentheses around the key.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"headers": ["Name", "Amount", "City"],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"values": ["Asha", "10.5", "Pune"]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student/labs/04-industry/57-zip-headers-with-values-into-an-object/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zip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zip(payload.headers, payload.values)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reduce ((pair, acc = {}) -&gt; acc ++ { (pair[0]): pair[1] 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"Name": "Asha", "Amount": "10.5", "City": "Pune"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zip headers with values. Reduce into an object. Parentheses around the key.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58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