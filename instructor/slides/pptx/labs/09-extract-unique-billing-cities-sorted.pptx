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09. Extract unique billing cities, sorted. Unique `BillingCity` values, case-preserving first seen, then sorted A–Z. Typical Salesforce Account list. distinctBy BillingCity then orderBy. First unique key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distinctBy BillingCity then orderBy. First unique key wins. If your output differs, check plus versus plus-plus, as Number, and nulls with default. Next lab is the next numbered folder. Stop. Do not start Lab 10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Extract unique billing cities, sorted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LAB-09-extract-unique-billing-cities-sorted.mp4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09. Extract unique billing cities, sorted. Unique BillingCity values, case-preserving first seen, then sorted A–Z. Typical Salesforce Account list.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distinctBy BillingCity then orderBy. First unique key wins.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"BillingCity": "Pune"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"BillingCity": "Mumbai"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"BillingCity": "Pune"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"BillingCity": "Bengaluru"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student/labs/01-fundamentals/09-extract-unique-billing-cities-sorted/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["Bengaluru", "Mumbai", "Pune"]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payload.BillingCity distinctBy $ orderBy $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distinctBy BillingCity then orderBy. First unique key wins.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10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