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31. Left join orders to customers. `payload.orders` left-join `payload.customers` on `customerId` / `id`. Output `orderId`, `customerName` (`null` if missing). Include the unmatched order. leftJoin result has l and r. Null r is the unmatched order — include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leftJoin result has l and r. Null r is the unmatched order — include it. If your output differs, check plus versus plus-plus, as Number, and nulls with default. Next lab is the next numbered folder. Stop. Do not start Lab 32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Left join orders to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moderate   ·   6–10 min   ·   LAB-31-left-join-orders-to-customers.mp4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31. Left join orders to customers. payload.orders left-join payload.customers on customerId / id.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Output orderId, customerName (null if missing). Include the unmatched order.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leftJoin result has l and r. Null r is the unmatched order — include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"orders":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"O1", "customerId": "C1"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"O2", "customerId": "C9"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"customers": [{ "id": "C1", "name": "Asha Rao" }]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student/labs/02-intermediate/31-left-join-orders-to-customers/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O1 named, O2 customerName null.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leftJoin from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leftJoin(payload.orders, payload.customers, (o) -&gt; o.customerId, (c) -&gt; c.id)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orderId: $.l.id,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customerName: $.r.name default null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leftJoin result has l and r. Null r is the unmatched order — include it.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32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