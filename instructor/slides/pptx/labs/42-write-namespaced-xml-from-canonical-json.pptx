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42. Write namespaced XML from canonical JSON. Inverse of 41: JSON → `ord:PurchaseOrder` with line attributes. One root. MIME `application/xml`. Write ns hash PurchaseOrder and Line attributes. One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ns hash PurchaseOrder and Line attributes. One root. If your output differs, check plus versus plus-plus, as Number, and nulls with default. Next lab is the next numbered folder. Stop. Do not start Lab 43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Write namespaced XML from canonical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LAB-42-write-namespaced-xml-from-canonical-json.mp4</a:t>
            </a:r>
          </a:p>
        </p:txBody>
      </p:sp>
      <p:pic>
        <p:nvPicPr>
          <p:cNvPr id="7" name="Picture 6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42. Write namespaced XML from canonical JSON. Inverse of 41: JSON → ord:PurchaseOrder with line attributes. One root. MIME application/xml.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Write ns hash PurchaseOrder and Line attributes. One root.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"orderId": "PO-1001",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"currency": "INR",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"SKU-A", "qty": 2, "unitPrice": 50.00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"sku": "SKU-B", "qty": 1, "unitPrice": 100.00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student/labs/03-advanced/42-write-namespaced-xml-from-canonical-json/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_No expected block in the reference drill; run the solution on camera and show the preview._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ns ord http://acme.com/order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ord#PurchaseOrder @(id: payload.orderId, currency: payload.currency):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(payload.lines map (li)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ord#Line @(sku: li.sku, qty: li.qty, unitPrice: li.unitPrice): {}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Write ns hash PurchaseOrder and Line attributes. One root.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43 in this file.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