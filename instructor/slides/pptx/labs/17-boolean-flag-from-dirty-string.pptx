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17. Boolean flag from dirty string. `"Y"` / `"yes"` / `"true"` / `"1"` (any case) → `true`, else `false`. Common in SAP/legacy flags. Legacy flags: y yes true 1. Do not rely on Java parseBoolean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Legacy flags: y yes true 1. Do not rely on Java parseBoolean alone. If your output differs, check plus versus plus-plus, as Number, and nulls with default. Next lab is the next numbered folder. Stop. Do not start Lab 18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Boolean flag from dirty 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easy   ·   6–10 min   ·   LAB-17-boolean-flag-from-dirty-string.mp4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17. Boolean flag from dirty string. "Y" / "yes" / "true" / "1" (any case) → true, else false. Common in SAP/legacy flags.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Legacy flags: y yes true 1. Do not rely on Java parseBoolean 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"active": "Yes"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student/labs/01-fundamentals/17-boolean-flag-from-dirty-string/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active: ["y", "yes", "true", "1"] contains lower(payload.active as String)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"active": true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Legacy flags: y yes true 1. Do not rely on Java parseBoolean alone.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18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