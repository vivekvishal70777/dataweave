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23. Expand order lines (flatMap). One canonical row per line: `orderId`, `sku`, `qty`. Nested `items` must not remain nested arrays. flatMap expands 1-to-many. Default empty items so missing arrays do not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flatMap expands 1-to-many. Default empty items so missing arrays do not fail. If your output differs, check plus versus plus-plus, as Number, and nulls with default. Next lab is the next numbered folder. Stop. Do not start Lab 24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Expand order lines (flatMap)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LAB-23-expand-order-lines-flatmap.mp4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23. Expand order lines (flatMap). One canonical row per line: orderId, sku, qty. Nested items must not remain nested arrays.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flatMap expands 1-to-many. Default empty items so missing arrays do not fail.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"orderId": "O-1001",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"items":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{ "sku": "SKU-A", "qty": 2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{ "sku": "SKU-B", "qty": 1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student/labs/02-intermediate/23-expand-order-lines-flatmap/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flatMap ((order)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(order.items default []) map (item)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orderId: order.orderId,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sku: item.sku,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qty: item.qty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"orderId": "O-1001", "sku": "SKU-A", "qty": 2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"orderId": "O-1001", "sku": "SKU-B", "qty": 1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flatMap expands 1-to-many. Default empty items so missing arrays do not fail.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24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