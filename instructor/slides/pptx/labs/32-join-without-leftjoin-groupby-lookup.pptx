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Lab 32. Join without leftJoin (groupBy lookup). Same result as 31, Index customers with groupBy once. Hash join. Mention N-plus-one lookup.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3–5 seconds. Do not show the solution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Index customers with groupBy once. Hash join. Mention N-plus-one lookup. If your output differs, check plus versus plus-plus, as Number, and nulls with default. Next lab is the next numbered folder. Stop. Do not start Lab 33 in this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Join without leftJoin (groupBy lookup)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B7CBDE"/>
                </a:solidFill>
                <a:latin typeface="Calibri"/>
              </a:rPr>
              <a:t>Show the failing starter first. Hold the pause card before any solution.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0292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3EC6FF"/>
                </a:solidFill>
                <a:latin typeface="Calibri"/>
              </a:rPr>
              <a:t>moderate   ·   6–10 min   ·   LAB-32-join-without-leftjoin-groupby-lookup.mp4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The job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This is Lab 32. Join without leftJoin (groupBy lookup). Same result as 31,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Index customers with groupBy once. Hash join. Mention N-plus-one lookup.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Paste the payload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Set the MIME type to match the sample.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Input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"orders": [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{ "id": "O1", "customerId": "C1" },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{ "id": "O2", "customerId": "C9" 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],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"customers": [{ "id": "C1", "name": "Asha Rao" }]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D2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B020"/>
                </a:solidFill>
                <a:latin typeface="Calibri"/>
              </a:rPr>
              <a:t>PAUSE 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Pause — try Lab 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Pause the video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Open student/labs/02-intermediate/32-join-without-leftjoin-groupby-lookup/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Finish transform.dwl — wrong is fine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Resume when you have an attempt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Welcome 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Welcome back. I will type the reference script. Follow along; do not paste blindly. Header first: percent dw two point oh, output, dash dash dash.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That should match Expected: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same as Lab 31.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var byId = payload.customers groupBy ((c) -&gt; c.id)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payload.orders map (o) -&gt; 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orderId: o.id,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customerName: (byId[o.customerId][0].name) default null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Interview phrase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Index customers with groupBy once. Hash join. Mention N-plus-one lookup.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If your output differs, check plus versus plus-plus, as Number, and nulls with default. Next lab is the next numbered folder.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Stop. Do not start Lab 33 in this file.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