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32. Join without leftJoin (groupBy lookup). Same result as 31, Index customers with groupBy once. Hash join. Mention N-plus-one lookup.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 customers with groupBy once. Hash join. Mention N-plus-one lookup. If your output differs, check plus versus plus-plus, as Number, and nulls with default. Next lab is the next numbered folder. Stop. Do not start Lab 33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Join without leftJoin (groupBy lookup)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moderate   ·   6–10 min   ·   LAB-32-join-without-leftjoin-groupby-lookup.mp4</a:t>
            </a:r>
          </a:p>
        </p:txBody>
      </p:sp>
      <p:pic>
        <p:nvPicPr>
          <p:cNvPr id="7" name="Picture 6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32. Join without leftJoin (groupBy lookup). Same result as 31,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Index customers with groupBy once. Hash join. Mention N-plus-one lookup.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"orders":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"O1", "customerId": "C1"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"O2", "customerId": "C9"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"customers": [{ "id": "C1", "name": "Asha Rao" }]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student/labs/02-intermediate/32-join-without-leftjoin-groupby-lookup/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same as Lab 31.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byId = payload.customers groupBy ((c) -&gt; c.id)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 map (o)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orderId: o.id,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customerName: (byId[o.customerId][0].name) default null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Index customers with groupBy once. Hash join. Mention N-plus-one lookup.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33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