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61. Workday workers to HR API (active only). Keep Active workers (any case). `fullName` from legal names. `managerId` from `manager.wid` (null-safe). Coerce `fte`. Filter Active any case. manager.wid default null. FTE as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Active any case. manager.wid default null. FTE as Number. If your output differs, check plus versus plus-plus, as Number, and nulls with default. Next lab is the next numbered folder. Stop. Do not start Lab 62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Workday workers to HR API (active 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LAB-61-workday-workers-to-hr-api-active-only.mp4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61. Workday workers to HR API (active only). Keep Active workers (any case). fullName from legal names. managerId from manager.wid (null-safe).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Coerce fte.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 Active any case. manager.wid default null. FTE as Number.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"Report_Entry":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"wid": "W1", "Legal_First": "Ira", "Legal_Last": "Shah", "Status": "Active", "FTE": "1.0", "manager": { "wid": "W9" }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"wid": "W2", "Legal_First": "Jon", "Legal_Last": "Lee", "Status": "Terminated", "FTE": "1", "manager": {}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"wid": "W3", "Legal_First": "Mia", "Legal_Last": "Das", "Status": "active", "FTE": 0.5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student/labs/05-mapping/61-workday-workers-to-hr-api-active-only/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payload.Report_Entry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filter ((w) -&gt; lower(w.Status) == "active")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map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id: $.wid,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fullName: ($.Legal_First default "") ++ " " ++ ($.Legal_Last default ""),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fte: $.FTE as Number,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managerId: $.manager.wid default null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"W1", "fullName": "Ira Shah", "fte": 1.0, "managerId": "W9"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"W3", "fullName": "Mia Das", "fte": 0.5, "managerId": null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 Active any case. manager.wid default null. FTE as Number.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62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