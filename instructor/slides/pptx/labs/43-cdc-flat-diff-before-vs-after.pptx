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43. CDC flat diff (before vs after). Compare `before` and `after` on the same payload. List `{ field, from, to }` for changed or missing keys. Platform event / Salesforce CDC style. CDC before versus after on payload. List field, from, and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CDC before versus after on payload. List field, from, and to. If your output differs, check plus versus plus-plus, as Number, and nulls with default. Next lab is the next numbered folder. Stop. Do not start Lab 44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CDC flat diff (before vs after)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hard   ·   8–12 min   ·   LAB-43-cdc-flat-diff-before-vs-after.mp4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43. CDC flat diff (before vs after). Compare before and after on the same payload. List { field, from, to } for changed or missing keys.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Platform event / Salesforce CDC style.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CDC before versus after on payload. List field, from, and 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"before": { "status": "NEW", "amount": 10, "owner": "Asha"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"after": { "status": "PAID", "amount": 10, "paidAt": "2026-08-20"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student/labs/03-advanced/43-cdc-flat-diff-before-vs-after/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status and owner/paidAt appear as diffs; amount omitted.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old = payload.before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newp = payload.after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 allKeys = (namesOf(old) ++ namesOf(newp)) distinctBy $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allKeys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filter ((k) -&gt; old[k] != newp[k])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 (k) -&gt; { field: k, from: old[k], to: newp[k]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CDC before versus after on payload. List field, from, and to.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44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