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44. Recursive nested diff. Return a nested object of Recursive diff: omit unchanged subtrees. skipNullOn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Recursive diff: omit unchanged subtrees. skipNullOn everywhere. If your output differs, check plus versus plus-plus, as Number, and nulls with default. Next lab is the next numbered folder. Stop. Do not start Lab 45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Recursive nested diff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LAB-44-recursive-nested-diff.mp4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44. Recursive nested diff. Return a nested object of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Recursive diff: omit unchanged subtrees. skipNullOn everywhere.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"before": { "a": 1, "nested": { "x": 1, "y": 2 }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"after": { "a": 1, "nested": { "x": 1, "y": 9 }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student/labs/03-advanced/44-recursive-nested-diff/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{ "nested": { "y": { "from": 2, "to": 9 } } } (shape may wrap from/to).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 skipNullOn="everywhere"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diff(a, b) 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if (a == b) null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else (a match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case ao is Object if b is Object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var keys = (namesOf(ao) ++ namesOf(b)) distinctBy $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var kids = keys reduce ((k, acc = {})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  var d = diff(ao[k], b[k])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  if (d == null) acc else acc ++ { (k): d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})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if (isEmpty(kids)) null else kids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Recursive diff: omit unchanged subtrees. skipNullOn everywhere.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45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