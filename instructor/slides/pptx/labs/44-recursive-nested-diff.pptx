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44. Recursive nested diff. Return a nested object of Recursive diff: omit unchanged subtrees. skipNullOn everywhere.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Recursive diff: omit unchanged subtrees. skipNullOn everywhere. If your output differs, check plus versus plus-plus, as Number, and nulls with default. Next lab is the next numbered folder. Stop. Do not start Lab 45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Recursive nested diff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120640"/>
            <a:ext cx="6766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3EC6FF"/>
                </a:solidFill>
                <a:latin typeface="Calibri"/>
              </a:rPr>
              <a:t>hard   ·   8–12 min   ·   LAB-44-recursive-nested-diff.mp4</a:t>
            </a:r>
          </a:p>
        </p:txBody>
      </p:sp>
      <p:pic>
        <p:nvPicPr>
          <p:cNvPr id="7" name="Picture 6" descr="dw-recur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This is Lab 44. Recursive nested diff. Return a nested object of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Recursive diff: omit unchanged subtrees. skipNullOn everywhere.</a:t>
            </a:r>
          </a:p>
        </p:txBody>
      </p:sp>
      <p:pic>
        <p:nvPicPr>
          <p:cNvPr id="6" name="Picture 5" descr="dw-recur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  <p:pic>
        <p:nvPicPr>
          <p:cNvPr id="6" name="Picture 5" descr="dw-recur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"before": { "a": 1, "nested": { "x": 1, "y": 2 } },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"after": { "a": 1, "nested": { "x": 1, "y": 9 }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Pause — try Lab 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Open student/labs/03-advanced/44-recursive-nested-diff/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  <p:pic>
        <p:nvPicPr>
          <p:cNvPr id="6" name="Picture 5" descr="dw-pau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874519"/>
            <a:ext cx="3246120" cy="32461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{ "nested": { "y": { "from": 2, "to": 9 } } } (shape may wrap from/to).</a:t>
            </a:r>
          </a:p>
        </p:txBody>
      </p:sp>
      <p:pic>
        <p:nvPicPr>
          <p:cNvPr id="6" name="Picture 5" descr="dw-recurs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output application/json skipNullOn="everywhere"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fun diff(a, b) =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if (a == b) null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else (a match {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  case ao is Object if b is Object -&gt; do {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    var keys = (namesOf(ao) ++ namesOf(b)) distinctBy $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    var kids = keys reduce ((k, acc = {}) -&gt; do {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      var d = diff(ao[k], b[k])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      ---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      if (d == null) acc else acc ++ { (k): d }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    })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    ---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    if (isEmpty(kids)) null else kids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    }</a:t>
            </a:r>
          </a:p>
          <a:p>
            <a:pPr>
              <a:spcAft>
                <a:spcPts val="200"/>
              </a:spcAft>
            </a:pPr>
            <a:r>
              <a:rPr sz="1200" b="0">
                <a:solidFill>
                  <a:srgbClr val="D7E8F5"/>
                </a:solidFill>
                <a:latin typeface="Consolas"/>
              </a:rPr>
              <a:t>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Recursive diff: omit unchanged subtrees. skipNullOn everywhere.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Stop. Do not start Lab 45 in this file.</a:t>
            </a:r>
          </a:p>
        </p:txBody>
      </p:sp>
      <p:pic>
        <p:nvPicPr>
          <p:cNvPr id="6" name="Picture 5" descr="dw-int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