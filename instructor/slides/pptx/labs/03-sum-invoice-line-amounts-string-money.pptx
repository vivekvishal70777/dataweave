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03. Sum invoice line amounts (string money). Return the numeric total of `amount` on each line. Incoming amounts are ERP amounts are strings. Map as Number then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ERP amounts are strings. Map as Number then sum. If your output differs, check plus versus plus-plus, as Number, and nulls with default. Next lab is the next numbered folder. Stop. Do not start Lab 04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Sum invoice line amounts (string money)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LAB-03-sum-invoice-line-amounts-string-money.mp4</a:t>
            </a:r>
          </a:p>
        </p:txBody>
      </p:sp>
      <p:pic>
        <p:nvPicPr>
          <p:cNvPr id="7" name="Picture 6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03. Sum invoice line amounts (string money). Return the numeric total of amount on each line. Incoming amounts are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ERP amounts are strings. Map as Number then sum.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"SKU-A", "amount": "10.50"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"SKU-B", "amount": "20"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"SKU-C", "amount": "30.25"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student/labs/01-fundamentals/03-sum-invoice-line-amounts-string-money/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60.75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sum(payload.amount map ($ as Number))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ERP amounts are strings. Map as Number then sum.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04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