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Recording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Course catalog as a shareable deck. F5, then open the matching lecture or lab PPTX.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Converted from instructor/slides/index.html   ·   16:9 screen share</a:t>
            </a:r>
          </a:p>
        </p:txBody>
      </p:sp>
      <p:pic>
        <p:nvPicPr>
          <p:cNvPr id="7" name="Picture 6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How to use this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Share this window for a course walkthrough or recording plan.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Each later slide is one section from the HTML index.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When you record a video, switch to that file under pptx/lectures or pptx/labs.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Pause cards stay in the lab decks — not in this index.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this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1. Welcome and setup (5)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2. DataWeave 2.0 fundamentals (6)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3. Arrays: map, filter, and indexes (4)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4. Objects, nulls, and selectors (5)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this index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5. Strings, numbers, and conditionals (4)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6. JSON, XML, and CSV mappings (5)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7. Group, reduce, merge, and update (6)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8. Dates, pattern matching, and try (4)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this index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9. Joins, modules, and Mule context (5)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10. Advanced: recursion, namespaces, diffs (6)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11. Streaming, crypto, modules, and pitfalls (4)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12. Industry operators, message, and MIME (5)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this index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13. DataWeave Mapping (5)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14. Interview bootcamp (5)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15. Labs 01–88 (88)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and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Welcome and setup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L01 — Welcome and what you will build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L02 — How this course works (concept, pause, lab, quiz)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L03 — Getting started: Playground vs Transform Message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and setup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L04 — Tour of the student lab folder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DataWeave 2.0 fundamentals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L05 — What is DataWeave in Mule 4?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L06 — DataWeave 1.0 vs 2.0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L07 — Script structure: header, output, body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DataWeave 2.0 fundamentals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L08 — Variables, functions, types, and as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L09 — Section bridge: fundamentals labs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Arrays: map, filter, and indexes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L11 — map, filter, dollar and dollar-dollar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L12 — sizeOf, isEmpty, flatten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L13 — Section bridge: array labs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Objects, nulls, and selectors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L15 — Selectors: dot, brackets, star, descendant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L16 — default, safe selector, skipNullOn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L17 — mapObject and pluck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Objects, nulls, and selectors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L18 — Section bridge: object labs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Strings, numbers, and conditionals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L20 — plus-plus vs plus; split, join, case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L21 — if/else expressions (no Java ternary)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L22 — Section bridge: string labs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JSON, XML, and CSV mappings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L24 — JSON to XML (single root)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L25 — XML attributes and repeating elements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L26 — CSV to JSON and JSON to CSV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JSON, XML, and CSV mappings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L27 — Section bridge: format labs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Group, reduce, merge, and update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L29 — groupBy, orderBy, distinctBy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L30 — reduce and flatten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L31 — flatMap line items (concept)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Group, reduce, merge, and update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L32 — Merge, update, and do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L33 — Homework recap pointer (Lab 20)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Dates, pattern matching, and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Dates, pattern matching, and try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L35 — Dates, formats, and periods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L36 — match and try / orElse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L37 — Section bridge: date labs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Joins, modules, and Mule context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L39 — vars, attributes, and properties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L40 — Modules and Transform Message vs hash-bracket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L41 — Section bridge: join labs 31–32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Joins, modules, and Mule context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L42 — Why not lookup or Java inside every map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Advanced: recursion, namespaces, diffs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L44 — Recursion and match on types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L45 — Deep PII mask (concept)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L46 — XML namespaces read and write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Advanced: recursion, namespaces, diffs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L47 — Dynamic keys, diffs, last-wins, pagination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L48 — Section bridge: capstone labs 53–54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Streaming, crypto, modules, and pitfalls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L50 — Streaming: what breaks it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L51 — Crypto, binary, reader/writer properties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L52 — Reusable modules and performance pitfalls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Industry operators, message, and MIME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L70 — Arrays helpers: maxBy, firstWith, zip, ranges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L71 — Types, money, timezones, Dates module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L72 — TM targets, Java MIME, readUrl, log, HTTP attributes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Industry operators, message, and MIME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L73 — XML ns extras, Excel/YAML, DW vs Batch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DataWeave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DataWeave Mapping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Cluster video — Mapping cluster A — CRM, commerce, payments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Cluster video — Mapping cluster B — ITSM, CDC, FX, EDI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Cluster video — Mapping cluster C — IAM, stock, GST, claims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DataWeave Mapping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Cluster video — Mapping cluster D — telco, recon, events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Section opener — Interview bootcamp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L54a — How to run the 80-question bank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L55 — Whiteboard mock interview (set of 6)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L56 — Nested XML to canonical JSON (Q60)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bootcamp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video — L58 — Next steps and solutions pack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01 — Map Salesforce Contact to a shorter API shape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02 — Filter settled commerce orders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03 — Sum invoice line amounts (string money)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04 — Uppercase string fields on an address object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05 — Default missing email on an Account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06 — Split a CSV line into fields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07 — Join SKUs into a comma-separated string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08 — Add GST to a unit price (2 decimal money)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09 — Extract unique billing cities, sorted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10 — Count line items in a composite payload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11 — Convert JSON array to XML with a single root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12 — Read XML attributes vs element text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13 — Classify an HTTP/integration status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14 — Index each batch row (1-based)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15 — Flatten one level of nested arrays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16 — Object keys to array of { key, value }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17 — Boolean flag from dirty string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18 — SKU prefix before hyphen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19 — Group orders by customerId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20 — Total amount per customer (groupBy + sum)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21 — Sort products by unitPrice descending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22 — Pivot array to object keyed by Id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23 — Expand order lines (flatMap)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24 — Strip password, ssn, and accessToken keys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25 — Merge config overlay (right wins)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26 — Update nested city to uppercase (Mule 4.3+)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27 — Parse mixed date formats (ISO or dd/MM/yyyy)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28 — Format an event timestamp as dd-MMM-yyyy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29 — CSV to JSON with number coercion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30 — JSON to CSV for finance export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31 — Left join orders to customers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32 — Join without leftJoin (groupBy lookup)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33 — Pattern match HTTP status class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34 — Window / paginate a bulk array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35 — Deduplicate by email, keep last record (CDC)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36 — Dynamic object keys from header pairs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37 — Recursively flatten nested arrays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38 — Collect all id fields at any depth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39 — Deep mask PII keys (ssn, password, email, accessToken)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40 — Recursively sum all numbers in a mixed tree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41 — SOAP namespaced purchase order to canonical JSON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42 — Write namespaced XML from canonical JSON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43 — CDC flat diff (before vs after)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44 — Recursive nested diff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45 — Chunk array into batches of N (Salesforce Composite / bulk)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46 — Running totals (ledger)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47 — Error-code frequency from log lines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48 — Validate and partition good vs bad rows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49 — Outer-join style merge of two lists by id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50 — Tree map: apply f to every leaf string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51 — Cartesian product of SKU options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52 — Safe unit price with try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53 — Build a nested org chart from a flat HR list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54 — Production invoice: discounts, tax, skip zero qty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55 — maxBy and firstWith on a work queue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56 — Shift DateTime to IST for display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57 — Zip headers with values into an object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58 — Simulate Transform Message payload + vars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59 — Salesforce Account composite to nested customer API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60 — SAP-style order JSON to canonical invoice with GST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61 — Workday workers to HR API (active only)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62 — Shopify order to ERP sales order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63 — Stripe charges enriched with customer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64 — ServiceNow incident plus CMDB lookup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65 — Debezium CDC envelope to flat upsert rows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66 — Product variants color times size SKUs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67 — Multi-currency lines to USD using FX table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68 — Normalize IN vs US postal addresses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69 — EDI-like PO JSON to procurement canonical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70 — Bank statement lines to signed running ledger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71 — IdP userinfo plus groups to application roles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72 — Allocate warehouse stock to order lines FIFO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73 — India GST split CGST SGST vs IGST by state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74 — Loyalty points from paid orders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75 — Appointment slots to IST display with duration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76 — BOM explode one level to pick list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77 — RMA restock vs refund split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78 — Catalog pick locale with English fallback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79 — Partner catalog XML to JSON products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80 — Health claims flatten ICD diagnosis codes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81 — Telecom CDR aggregate minutes by MSISDN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82 — Listings filter amenities and map geo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83 — SCIM-style patch merge on user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84 — Payment recon: bank UTR vs gateway charges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01–88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85 — Manufacturing routing duration by work order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86 — Event-sourced account balance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87 — Multi-tenant config overlay (deep-ish merge)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video — Lab 88 — Canonical product GTIN and UoM conversion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Welcome and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How this course works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Playground vs Transform Message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Folders you will use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DataWeave 2.0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What is DataWeave?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DataWeave 1.0 vs 2.0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The three parts of a script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Variables (var)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DataWeave 2.0 fundamentals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Functions (fun)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Data types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Changing types with as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Arrays: map, filter, and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map and filter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sizeOf and isEmpty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Dollar signs in lambdas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flatten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Objects, nulls, and selectors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pluck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Missing fields and null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Selectors (dot, brackets, star, dots)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skipNullOn and writer properties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Objects, nulls, and selectors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mapObject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Strings, numbers, and conditionals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plus-plus vs plus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if / else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Split, join, and case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write and read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JSON, XML, and CSV mappings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JSON to XML and back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CSV to JSON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JSON to CSV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XML attributes vs elements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Group, reduce, merge, and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groupBy, orderBy, distinctBy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reduce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flatten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Merging objects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Group, reduce, merge, and update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update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do blocks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filterObject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Dates, pattern matching, and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match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try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Dates and periods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Joins, modules, and Mule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vars, attributes, properties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Transform Message vs #[...]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Modules and import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SQL-style joins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Joins, modules, and Mule context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Calling Java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startsWith, contains, matches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lookup vs doing it in DataWeave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Advanced: recursion, namespaces, diffs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Streaming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Recursion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flatMap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XML namespaces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Advanced: recursion, namespaces, diffs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keysOf, namesOf, valuesOf, entriesOf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Dynamic keys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Diff two payloads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Function overloading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Advanced: recursion, namespaces, diffs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Mixed date formats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Pagination (drop / take)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Last-wins dedupe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then and also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Advanced: recursion, namespaces, diffs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Mask PII in an unknown tree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Streaming, crypto, modules, and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Streaming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Hash vs HMAC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Reusable .dwl modules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Binary, Base64, multipart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Streaming, crypto, modules, and pitfalls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Reader and writer properties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Performance pitfalls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Industry operators, message, and MIME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maxBy, firstWith, and friends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Ranges and slice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zip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is and typeOf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Industry operators, message, and MIME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Number helpers and money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Timezones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Dates module helpers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replace, find, substring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Industry operators, message, and MIME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Several outputs in Transform Message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application/java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readUrl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log and application/dw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Industry operators, message, and MIME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try vs On Error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HTTP attributes in detail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Default XML namespace and CDATA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YAML, Excel, flat file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Industry operators, message, and MIME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Values::mask vs recursive mask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and, or, not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Sort by two fields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DataWeave vs For Each vs Batch vs Java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DataWeave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What a canonical mapping is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Join tables that arrived together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Money, zero qty, tax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XML namespaces and CDC envelopes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DataWeave Mapping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How to drill the 30 mapping labs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Tutorials — Interview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How to drill the question bank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Whiteboard method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Article walkthrough — Q60 in easy words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Open pptx/lectures/L01.pptx and press F5 to start recording.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Rebuild this file with python3 scripts/generate_pptx.py.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